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8" r:id="rId4"/>
  </p:sldMasterIdLst>
  <p:notesMasterIdLst>
    <p:notesMasterId r:id="rId12"/>
  </p:notesMasterIdLst>
  <p:sldIdLst>
    <p:sldId id="4408" r:id="rId5"/>
    <p:sldId id="2147482351" r:id="rId6"/>
    <p:sldId id="4735" r:id="rId7"/>
    <p:sldId id="2147482358" r:id="rId8"/>
    <p:sldId id="2147482431" r:id="rId9"/>
    <p:sldId id="5083" r:id="rId10"/>
    <p:sldId id="2147482405" r:id="rId11"/>
  </p:sldIdLst>
  <p:sldSz cx="12192000" cy="6858000"/>
  <p:notesSz cx="6797675" cy="9928225"/>
  <p:custShowLst>
    <p:custShow name="Processor" id="0">
      <p:sldLst/>
    </p:custShow>
    <p:custShow name="Log Service" id="1">
      <p:sldLst/>
    </p:custShow>
    <p:custShow name="Storry" id="2">
      <p:sldLst/>
    </p:custShow>
    <p:custShow name="IE" id="3">
      <p:sldLst/>
    </p:custShow>
    <p:custShow name="Patent" id="4">
      <p:sldLst/>
    </p:custShow>
    <p:custShow name="CtP" id="5">
      <p:sldLst/>
    </p:custShow>
    <p:custShow name="Infra Mapping" id="6">
      <p:sldLst/>
    </p:custShow>
    <p:custShow name="Tariff" id="7">
      <p:sldLst/>
    </p:custShow>
  </p:custShow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BB3B28D-E542-4411-9CB0-2EE2384197C6}">
          <p14:sldIdLst>
            <p14:sldId id="4408"/>
          </p14:sldIdLst>
        </p14:section>
        <p14:section name="AFC_FY26 AOP Final" id="{4F29AF1E-A319-4757-89FF-559A9E25893A}">
          <p14:sldIdLst>
            <p14:sldId id="2147482351"/>
            <p14:sldId id="4735"/>
          </p14:sldIdLst>
        </p14:section>
        <p14:section name="AOP_CapEx" id="{F2EBD2AD-1892-4534-B362-EA2B9C790319}">
          <p14:sldIdLst>
            <p14:sldId id="2147482358"/>
            <p14:sldId id="2147482431"/>
          </p14:sldIdLst>
        </p14:section>
        <p14:section name="AOP_Manpower" id="{44E3D915-68B3-415D-A4F8-9EF6B1441185}">
          <p14:sldIdLst>
            <p14:sldId id="5083"/>
          </p14:sldIdLst>
        </p14:section>
        <p14:section name="Newspaper Tracking" id="{9B1AF9EA-E75E-46F0-850C-ADCF1BB43D9A}">
          <p14:sldIdLst>
            <p14:sldId id="2147482405"/>
          </p14:sldIdLst>
        </p14:section>
        <p14:section name="NBT&amp;MM" id="{1AED33F0-8FF8-44B3-AA92-8B00D3609075}">
          <p14:sldIdLst/>
        </p14:section>
        <p14:section name="Bright spots / Hot spot" id="{4C78F688-74F3-4427-84A1-12505FB4426C}">
          <p14:sldIdLst/>
        </p14:section>
        <p14:section name="EAE Update" id="{35663F89-1703-4B76-B26D-69BE4B8BD517}">
          <p14:sldIdLst/>
        </p14:section>
        <p14:section name="Quality &amp; LPR/PF :OSP" id="{3DFC243E-BD11-4898-9543-C73FEE65AF63}">
          <p14:sldIdLst/>
        </p14:section>
        <p14:section name="OSP Infra" id="{06CD499F-7CB8-42F8-B920-E4762BABD3D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3317" userDrawn="1">
          <p15:clr>
            <a:srgbClr val="A4A3A4"/>
          </p15:clr>
        </p15:guide>
        <p15:guide id="2" pos="1005" userDrawn="1">
          <p15:clr>
            <a:srgbClr val="A4A3A4"/>
          </p15:clr>
        </p15:guide>
        <p15:guide id="4" orient="horz" pos="3861" userDrawn="1">
          <p15:clr>
            <a:srgbClr val="A4A3A4"/>
          </p15:clr>
        </p15:guide>
        <p15:guide id="5" orient="horz" pos="2636" userDrawn="1">
          <p15:clr>
            <a:srgbClr val="A4A3A4"/>
          </p15:clr>
        </p15:guide>
        <p15:guide id="6" orient="horz" pos="777" userDrawn="1">
          <p15:clr>
            <a:srgbClr val="A4A3A4"/>
          </p15:clr>
        </p15:guide>
        <p15:guide id="7" orient="horz" pos="2795" userDrawn="1">
          <p15:clr>
            <a:srgbClr val="A4A3A4"/>
          </p15:clr>
        </p15:guide>
        <p15:guide id="8" orient="horz" pos="1820" userDrawn="1">
          <p15:clr>
            <a:srgbClr val="A4A3A4"/>
          </p15:clr>
        </p15:guide>
        <p15:guide id="10" pos="2026" userDrawn="1">
          <p15:clr>
            <a:srgbClr val="A4A3A4"/>
          </p15:clr>
        </p15:guide>
        <p15:guide id="11" pos="4566" userDrawn="1">
          <p15:clr>
            <a:srgbClr val="A4A3A4"/>
          </p15:clr>
        </p15:guide>
        <p15:guide id="12" pos="3545" userDrawn="1">
          <p15:clr>
            <a:srgbClr val="A4A3A4"/>
          </p15:clr>
        </p15:guide>
        <p15:guide id="14" pos="5065" userDrawn="1">
          <p15:clr>
            <a:srgbClr val="A4A3A4"/>
          </p15:clr>
        </p15:guide>
        <p15:guide id="16" pos="2638" userDrawn="1">
          <p15:clr>
            <a:srgbClr val="A4A3A4"/>
          </p15:clr>
        </p15:guide>
        <p15:guide id="17" orient="horz" pos="2500" userDrawn="1">
          <p15:clr>
            <a:srgbClr val="A4A3A4"/>
          </p15:clr>
        </p15:guide>
        <p15:guide id="18" orient="horz" pos="1049" userDrawn="1">
          <p15:clr>
            <a:srgbClr val="A4A3A4"/>
          </p15:clr>
        </p15:guide>
        <p15:guide id="19" pos="5564" userDrawn="1">
          <p15:clr>
            <a:srgbClr val="A4A3A4"/>
          </p15:clr>
        </p15:guide>
        <p15:guide id="20" pos="2389" userDrawn="1">
          <p15:clr>
            <a:srgbClr val="A4A3A4"/>
          </p15:clr>
        </p15:guide>
        <p15:guide id="21" pos="4044" userDrawn="1">
          <p15:clr>
            <a:srgbClr val="A4A3A4"/>
          </p15:clr>
        </p15:guide>
        <p15:guide id="22" pos="6040" userDrawn="1">
          <p15:clr>
            <a:srgbClr val="A4A3A4"/>
          </p15:clr>
        </p15:guide>
        <p15:guide id="23" pos="6494" userDrawn="1">
          <p15:clr>
            <a:srgbClr val="A4A3A4"/>
          </p15:clr>
        </p15:guide>
        <p15:guide id="24" pos="6970" userDrawn="1">
          <p15:clr>
            <a:srgbClr val="A4A3A4"/>
          </p15:clr>
        </p15:guide>
        <p15:guide id="25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8196007-B2D0-9FD1-9336-945C1617460E}" name="John Kurian" initials="JK" userId="S::john.kurian@timesgroup.com::739fa204-e0da-42a3-a8fa-b104738e5e90" providerId="AD"/>
  <p188:author id="{122C3495-63F6-E175-33DC-7754ED9AF18A}" name="Linson V V" initials="LVV" userId="S::Linson.Vv@timesgroup.com::075c4cc9-6382-4686-add6-593eb1d48ee5" providerId="AD"/>
  <p188:author id="{61EB12B4-FD5E-4931-4BA1-8CB6FAFC2DF6}" name="Tushar R Biliye" initials="TB" userId="S::tushar.biliye@timesgroup.com::e2459957-a7e0-4691-a0c2-2bfce0db02ce" providerId="AD"/>
  <p188:author id="{F56CC7C9-0323-4D96-141D-7FB96E0436DE}" name="Shashank Chavan" initials="SC" userId="S::shashank.chavan@timesgroup.com::6d4271e8-60f1-4e4b-bacc-4a4e12b14543" providerId="AD"/>
  <p188:author id="{A6FE83E0-D1D4-841B-A6B1-D9EE132FCDBE}" name="Sreejith PM" initials="SP" userId="S::sreejith.pm@timesgroup.com::b3fb4f09-9ecc-48ed-a8cc-ede8e446e1db" providerId="AD"/>
  <p188:author id="{503DC3FF-F7E2-2AA9-8E86-FE559783081F}" name="Linson V V" initials="LV" userId="S::linson.vv@timesgroup.com::075c4cc9-6382-4686-add6-593eb1d48ee5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nson V V" initials="LVV" lastIdx="5" clrIdx="0">
    <p:extLst>
      <p:ext uri="{19B8F6BF-5375-455C-9EA6-DF929625EA0E}">
        <p15:presenceInfo xmlns:p15="http://schemas.microsoft.com/office/powerpoint/2012/main" userId="Linson V V" providerId="None"/>
      </p:ext>
    </p:extLst>
  </p:cmAuthor>
  <p:cmAuthor id="2" name="Linson V V" initials="LVV [2]" lastIdx="4" clrIdx="1">
    <p:extLst>
      <p:ext uri="{19B8F6BF-5375-455C-9EA6-DF929625EA0E}">
        <p15:presenceInfo xmlns:p15="http://schemas.microsoft.com/office/powerpoint/2012/main" userId="S::Linson.Vv@timesgroup.com::075c4cc9-6382-4686-add6-593eb1d48ee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7F3"/>
    <a:srgbClr val="DEF1CA"/>
    <a:srgbClr val="92D050"/>
    <a:srgbClr val="7F7F7F"/>
    <a:srgbClr val="87D4C7"/>
    <a:srgbClr val="00FA00"/>
    <a:srgbClr val="FFC000"/>
    <a:srgbClr val="F2F2F2"/>
    <a:srgbClr val="A6A6A6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15"/>
  </p:normalViewPr>
  <p:slideViewPr>
    <p:cSldViewPr snapToGrid="0">
      <p:cViewPr varScale="1">
        <p:scale>
          <a:sx n="118" d="100"/>
          <a:sy n="118" d="100"/>
        </p:scale>
        <p:origin x="552" y="200"/>
      </p:cViewPr>
      <p:guideLst>
        <p:guide orient="horz" pos="3317"/>
        <p:guide pos="1005"/>
        <p:guide orient="horz" pos="3861"/>
        <p:guide orient="horz" pos="2636"/>
        <p:guide orient="horz" pos="777"/>
        <p:guide orient="horz" pos="2795"/>
        <p:guide orient="horz" pos="1820"/>
        <p:guide pos="2026"/>
        <p:guide pos="4566"/>
        <p:guide pos="3545"/>
        <p:guide pos="5065"/>
        <p:guide pos="2638"/>
        <p:guide orient="horz" pos="2500"/>
        <p:guide orient="horz" pos="1049"/>
        <p:guide pos="5564"/>
        <p:guide pos="2389"/>
        <p:guide pos="4044"/>
        <p:guide pos="6040"/>
        <p:guide pos="6494"/>
        <p:guide pos="697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fiul Hasan" userId="S::rofiul.hasan@timesgroup.com::fbfc0b8b-6514-42de-bf3d-613d9762cbd0" providerId="AD" clId="Web-{8C83E020-D542-D251-074D-3941CE174F63}"/>
    <pc:docChg chg="modSld">
      <pc:chgData name="Rofiul Hasan" userId="S::rofiul.hasan@timesgroup.com::fbfc0b8b-6514-42de-bf3d-613d9762cbd0" providerId="AD" clId="Web-{8C83E020-D542-D251-074D-3941CE174F63}" dt="2024-11-08T04:41:40.810" v="76"/>
      <pc:docMkLst>
        <pc:docMk/>
      </pc:docMkLst>
      <pc:sldChg chg="delSp">
        <pc:chgData name="Rofiul Hasan" userId="S::rofiul.hasan@timesgroup.com::fbfc0b8b-6514-42de-bf3d-613d9762cbd0" providerId="AD" clId="Web-{8C83E020-D542-D251-074D-3941CE174F63}" dt="2024-11-08T04:33:59.369" v="0"/>
        <pc:sldMkLst>
          <pc:docMk/>
          <pc:sldMk cId="3542463857" sldId="4883"/>
        </pc:sldMkLst>
      </pc:sldChg>
      <pc:sldChg chg="modSp">
        <pc:chgData name="Rofiul Hasan" userId="S::rofiul.hasan@timesgroup.com::fbfc0b8b-6514-42de-bf3d-613d9762cbd0" providerId="AD" clId="Web-{8C83E020-D542-D251-074D-3941CE174F63}" dt="2024-11-08T04:41:40.810" v="76"/>
        <pc:sldMkLst>
          <pc:docMk/>
          <pc:sldMk cId="439343585" sldId="5052"/>
        </pc:sldMkLst>
      </pc:sldChg>
    </pc:docChg>
  </pc:docChgLst>
  <pc:docChgLst>
    <pc:chgData name="Rofiul Hasan" userId="S::rofiul.hasan@timesgroup.com::fbfc0b8b-6514-42de-bf3d-613d9762cbd0" providerId="AD" clId="Web-{392151F8-BD6F-603C-9F83-8352288A2B4D}"/>
    <pc:docChg chg="modSld">
      <pc:chgData name="Rofiul Hasan" userId="S::rofiul.hasan@timesgroup.com::fbfc0b8b-6514-42de-bf3d-613d9762cbd0" providerId="AD" clId="Web-{392151F8-BD6F-603C-9F83-8352288A2B4D}" dt="2025-03-07T11:51:37.827" v="161" actId="1076"/>
      <pc:docMkLst>
        <pc:docMk/>
      </pc:docMkLst>
      <pc:sldChg chg="delSp modSp">
        <pc:chgData name="Rofiul Hasan" userId="S::rofiul.hasan@timesgroup.com::fbfc0b8b-6514-42de-bf3d-613d9762cbd0" providerId="AD" clId="Web-{392151F8-BD6F-603C-9F83-8352288A2B4D}" dt="2025-03-07T11:25:14.821" v="104"/>
        <pc:sldMkLst>
          <pc:docMk/>
          <pc:sldMk cId="2384935863" sldId="2147482358"/>
        </pc:sldMkLst>
        <pc:graphicFrameChg chg="mod modGraphic">
          <ac:chgData name="Rofiul Hasan" userId="S::rofiul.hasan@timesgroup.com::fbfc0b8b-6514-42de-bf3d-613d9762cbd0" providerId="AD" clId="Web-{392151F8-BD6F-603C-9F83-8352288A2B4D}" dt="2025-03-07T11:25:14.821" v="104"/>
          <ac:graphicFrameMkLst>
            <pc:docMk/>
            <pc:sldMk cId="2384935863" sldId="2147482358"/>
            <ac:graphicFrameMk id="43" creationId="{CAC40896-7657-3F7C-EBE6-ECED628CF04F}"/>
          </ac:graphicFrameMkLst>
        </pc:graphicFrameChg>
      </pc:sldChg>
      <pc:sldChg chg="modSp">
        <pc:chgData name="Rofiul Hasan" userId="S::rofiul.hasan@timesgroup.com::fbfc0b8b-6514-42de-bf3d-613d9762cbd0" providerId="AD" clId="Web-{392151F8-BD6F-603C-9F83-8352288A2B4D}" dt="2025-03-07T11:43:27.008" v="105" actId="20577"/>
        <pc:sldMkLst>
          <pc:docMk/>
          <pc:sldMk cId="2662158735" sldId="2147482405"/>
        </pc:sldMkLst>
        <pc:spChg chg="mod">
          <ac:chgData name="Rofiul Hasan" userId="S::rofiul.hasan@timesgroup.com::fbfc0b8b-6514-42de-bf3d-613d9762cbd0" providerId="AD" clId="Web-{392151F8-BD6F-603C-9F83-8352288A2B4D}" dt="2025-03-07T11:43:27.008" v="105" actId="20577"/>
          <ac:spMkLst>
            <pc:docMk/>
            <pc:sldMk cId="2662158735" sldId="2147482405"/>
            <ac:spMk id="4" creationId="{95984E14-D29E-BDE0-588A-622943449B02}"/>
          </ac:spMkLst>
        </pc:spChg>
      </pc:sldChg>
      <pc:sldChg chg="modSp">
        <pc:chgData name="Rofiul Hasan" userId="S::rofiul.hasan@timesgroup.com::fbfc0b8b-6514-42de-bf3d-613d9762cbd0" providerId="AD" clId="Web-{392151F8-BD6F-603C-9F83-8352288A2B4D}" dt="2025-03-07T11:51:37.827" v="161" actId="1076"/>
        <pc:sldMkLst>
          <pc:docMk/>
          <pc:sldMk cId="3716128500" sldId="2147482408"/>
        </pc:sldMkLst>
        <pc:spChg chg="mod">
          <ac:chgData name="Rofiul Hasan" userId="S::rofiul.hasan@timesgroup.com::fbfc0b8b-6514-42de-bf3d-613d9762cbd0" providerId="AD" clId="Web-{392151F8-BD6F-603C-9F83-8352288A2B4D}" dt="2025-03-07T11:50:04.810" v="160" actId="20577"/>
          <ac:spMkLst>
            <pc:docMk/>
            <pc:sldMk cId="3716128500" sldId="2147482408"/>
            <ac:spMk id="2" creationId="{8F43E9B6-FF09-43D5-B705-2590F0599E19}"/>
          </ac:spMkLst>
        </pc:spChg>
        <pc:spChg chg="mod">
          <ac:chgData name="Rofiul Hasan" userId="S::rofiul.hasan@timesgroup.com::fbfc0b8b-6514-42de-bf3d-613d9762cbd0" providerId="AD" clId="Web-{392151F8-BD6F-603C-9F83-8352288A2B4D}" dt="2025-03-07T11:51:37.827" v="161" actId="1076"/>
          <ac:spMkLst>
            <pc:docMk/>
            <pc:sldMk cId="3716128500" sldId="2147482408"/>
            <ac:spMk id="16" creationId="{E39A6573-5093-4EB8-AC12-B76A098FBC59}"/>
          </ac:spMkLst>
        </pc:spChg>
      </pc:sldChg>
      <pc:sldChg chg="modSp">
        <pc:chgData name="Rofiul Hasan" userId="S::rofiul.hasan@timesgroup.com::fbfc0b8b-6514-42de-bf3d-613d9762cbd0" providerId="AD" clId="Web-{392151F8-BD6F-603C-9F83-8352288A2B4D}" dt="2025-03-07T11:47:03.183" v="108" actId="1076"/>
        <pc:sldMkLst>
          <pc:docMk/>
          <pc:sldMk cId="80129155" sldId="2147482414"/>
        </pc:sldMkLst>
        <pc:spChg chg="mod">
          <ac:chgData name="Rofiul Hasan" userId="S::rofiul.hasan@timesgroup.com::fbfc0b8b-6514-42de-bf3d-613d9762cbd0" providerId="AD" clId="Web-{392151F8-BD6F-603C-9F83-8352288A2B4D}" dt="2025-03-07T11:47:03.183" v="108" actId="1076"/>
          <ac:spMkLst>
            <pc:docMk/>
            <pc:sldMk cId="80129155" sldId="2147482414"/>
            <ac:spMk id="17" creationId="{30EFEA7E-1958-4371-923D-77DA834183FF}"/>
          </ac:spMkLst>
        </pc:spChg>
        <pc:spChg chg="mod">
          <ac:chgData name="Rofiul Hasan" userId="S::rofiul.hasan@timesgroup.com::fbfc0b8b-6514-42de-bf3d-613d9762cbd0" providerId="AD" clId="Web-{392151F8-BD6F-603C-9F83-8352288A2B4D}" dt="2025-03-07T11:46:54.464" v="107" actId="14100"/>
          <ac:spMkLst>
            <pc:docMk/>
            <pc:sldMk cId="80129155" sldId="2147482414"/>
            <ac:spMk id="30" creationId="{29274614-C38A-4F19-83E6-02FFE35E72EB}"/>
          </ac:spMkLst>
        </pc:spChg>
      </pc:sldChg>
      <pc:sldChg chg="addSp modSp">
        <pc:chgData name="Rofiul Hasan" userId="S::rofiul.hasan@timesgroup.com::fbfc0b8b-6514-42de-bf3d-613d9762cbd0" providerId="AD" clId="Web-{392151F8-BD6F-603C-9F83-8352288A2B4D}" dt="2025-03-07T11:20:52.302" v="5" actId="1076"/>
        <pc:sldMkLst>
          <pc:docMk/>
          <pc:sldMk cId="1443432593" sldId="2147482421"/>
        </pc:sldMkLst>
      </pc:sldChg>
    </pc:docChg>
  </pc:docChgLst>
  <pc:docChgLst>
    <pc:chgData name="Arka Chattopadhyay" userId="S::arka.chattopadhyay@timesgroup.com::74e2200d-4d4b-4c39-8fd0-2c5bba501521" providerId="AD" clId="Web-{39A34805-DE58-B066-EE7F-645567420AD6}"/>
    <pc:docChg chg="modSld">
      <pc:chgData name="Arka Chattopadhyay" userId="S::arka.chattopadhyay@timesgroup.com::74e2200d-4d4b-4c39-8fd0-2c5bba501521" providerId="AD" clId="Web-{39A34805-DE58-B066-EE7F-645567420AD6}" dt="2024-11-11T10:27:42.849" v="0" actId="14100"/>
      <pc:docMkLst>
        <pc:docMk/>
      </pc:docMkLst>
      <pc:sldChg chg="modSp">
        <pc:chgData name="Arka Chattopadhyay" userId="S::arka.chattopadhyay@timesgroup.com::74e2200d-4d4b-4c39-8fd0-2c5bba501521" providerId="AD" clId="Web-{39A34805-DE58-B066-EE7F-645567420AD6}" dt="2024-11-11T10:27:42.849" v="0" actId="14100"/>
        <pc:sldMkLst>
          <pc:docMk/>
          <pc:sldMk cId="2955553980" sldId="4629"/>
        </pc:sldMkLst>
      </pc:sldChg>
    </pc:docChg>
  </pc:docChgLst>
  <pc:docChgLst>
    <pc:chgData name="Sreejith PM" userId="S::sreejith.pm@timesgroup.com::b3fb4f09-9ecc-48ed-a8cc-ede8e446e1db" providerId="AD" clId="Web-{E8924AE8-A2A1-60CB-FD4D-BD3300086B73}"/>
    <pc:docChg chg="delSld modSection">
      <pc:chgData name="Sreejith PM" userId="S::sreejith.pm@timesgroup.com::b3fb4f09-9ecc-48ed-a8cc-ede8e446e1db" providerId="AD" clId="Web-{E8924AE8-A2A1-60CB-FD4D-BD3300086B73}" dt="2024-11-10T11:35:46.825" v="0"/>
      <pc:docMkLst>
        <pc:docMk/>
      </pc:docMkLst>
      <pc:sldChg chg="del">
        <pc:chgData name="Sreejith PM" userId="S::sreejith.pm@timesgroup.com::b3fb4f09-9ecc-48ed-a8cc-ede8e446e1db" providerId="AD" clId="Web-{E8924AE8-A2A1-60CB-FD4D-BD3300086B73}" dt="2024-11-10T11:35:46.825" v="0"/>
        <pc:sldMkLst>
          <pc:docMk/>
          <pc:sldMk cId="1067669698" sldId="4761"/>
        </pc:sldMkLst>
      </pc:sldChg>
    </pc:docChg>
  </pc:docChgLst>
  <pc:docChgLst>
    <pc:chgData name="Sreejith PM" userId="b3fb4f09-9ecc-48ed-a8cc-ede8e446e1db" providerId="ADAL" clId="{54F772E6-1A04-4D0C-8554-9413DA728EBC}"/>
    <pc:docChg chg="undo custSel addSld delSld modSld sldOrd addSection delSection modSection">
      <pc:chgData name="Sreejith PM" userId="b3fb4f09-9ecc-48ed-a8cc-ede8e446e1db" providerId="ADAL" clId="{54F772E6-1A04-4D0C-8554-9413DA728EBC}" dt="2025-03-05T12:40:20.944" v="740" actId="20577"/>
      <pc:docMkLst>
        <pc:docMk/>
      </pc:docMkLst>
      <pc:sldChg chg="addSp modSp add del">
        <pc:chgData name="Sreejith PM" userId="b3fb4f09-9ecc-48ed-a8cc-ede8e446e1db" providerId="ADAL" clId="{54F772E6-1A04-4D0C-8554-9413DA728EBC}" dt="2025-03-04T07:47:00.242" v="106" actId="18676"/>
        <pc:sldMkLst>
          <pc:docMk/>
          <pc:sldMk cId="3313685249" sldId="4734"/>
        </pc:sldMkLst>
      </pc:sldChg>
      <pc:sldChg chg="addSp modSp add del">
        <pc:chgData name="Sreejith PM" userId="b3fb4f09-9ecc-48ed-a8cc-ede8e446e1db" providerId="ADAL" clId="{54F772E6-1A04-4D0C-8554-9413DA728EBC}" dt="2025-03-04T07:47:00.242" v="106" actId="18676"/>
        <pc:sldMkLst>
          <pc:docMk/>
          <pc:sldMk cId="2301755188" sldId="4735"/>
        </pc:sldMkLst>
      </pc:sldChg>
      <pc:sldChg chg="add">
        <pc:chgData name="Sreejith PM" userId="b3fb4f09-9ecc-48ed-a8cc-ede8e446e1db" providerId="ADAL" clId="{54F772E6-1A04-4D0C-8554-9413DA728EBC}" dt="2025-03-04T08:01:05.145" v="223"/>
        <pc:sldMkLst>
          <pc:docMk/>
          <pc:sldMk cId="2596698872" sldId="4811"/>
        </pc:sldMkLst>
      </pc:sldChg>
      <pc:sldChg chg="add">
        <pc:chgData name="Sreejith PM" userId="b3fb4f09-9ecc-48ed-a8cc-ede8e446e1db" providerId="ADAL" clId="{54F772E6-1A04-4D0C-8554-9413DA728EBC}" dt="2025-03-04T08:01:05.145" v="223"/>
        <pc:sldMkLst>
          <pc:docMk/>
          <pc:sldMk cId="3417966419" sldId="4813"/>
        </pc:sldMkLst>
      </pc:sldChg>
      <pc:sldChg chg="del">
        <pc:chgData name="Sreejith PM" userId="b3fb4f09-9ecc-48ed-a8cc-ede8e446e1db" providerId="ADAL" clId="{54F772E6-1A04-4D0C-8554-9413DA728EBC}" dt="2025-03-04T07:53:31.863" v="162" actId="47"/>
        <pc:sldMkLst>
          <pc:docMk/>
          <pc:sldMk cId="2002308485" sldId="4823"/>
        </pc:sldMkLst>
      </pc:sldChg>
      <pc:sldChg chg="add">
        <pc:chgData name="Sreejith PM" userId="b3fb4f09-9ecc-48ed-a8cc-ede8e446e1db" providerId="ADAL" clId="{54F772E6-1A04-4D0C-8554-9413DA728EBC}" dt="2025-03-05T05:27:17.285" v="232"/>
        <pc:sldMkLst>
          <pc:docMk/>
          <pc:sldMk cId="2650389649" sldId="4899"/>
        </pc:sldMkLst>
      </pc:sldChg>
      <pc:sldChg chg="addSp delSp modSp mod">
        <pc:chgData name="Sreejith PM" userId="b3fb4f09-9ecc-48ed-a8cc-ede8e446e1db" providerId="ADAL" clId="{54F772E6-1A04-4D0C-8554-9413DA728EBC}" dt="2025-03-04T07:50:54.201" v="121"/>
        <pc:sldMkLst>
          <pc:docMk/>
          <pc:sldMk cId="3538360134" sldId="5083"/>
        </pc:sldMkLst>
      </pc:sldChg>
      <pc:sldChg chg="ord">
        <pc:chgData name="Sreejith PM" userId="b3fb4f09-9ecc-48ed-a8cc-ede8e446e1db" providerId="ADAL" clId="{54F772E6-1A04-4D0C-8554-9413DA728EBC}" dt="2025-03-04T07:50:38.337" v="119"/>
        <pc:sldMkLst>
          <pc:docMk/>
          <pc:sldMk cId="2772054925" sldId="2147470887"/>
        </pc:sldMkLst>
      </pc:sldChg>
      <pc:sldChg chg="add">
        <pc:chgData name="Sreejith PM" userId="b3fb4f09-9ecc-48ed-a8cc-ede8e446e1db" providerId="ADAL" clId="{54F772E6-1A04-4D0C-8554-9413DA728EBC}" dt="2025-03-04T08:54:36.364" v="231"/>
        <pc:sldMkLst>
          <pc:docMk/>
          <pc:sldMk cId="3821737636" sldId="2147471069"/>
        </pc:sldMkLst>
      </pc:sldChg>
      <pc:sldChg chg="addSp delSp modSp mod ord">
        <pc:chgData name="Sreejith PM" userId="b3fb4f09-9ecc-48ed-a8cc-ede8e446e1db" providerId="ADAL" clId="{54F772E6-1A04-4D0C-8554-9413DA728EBC}" dt="2025-03-04T07:51:34.818" v="159" actId="20577"/>
        <pc:sldMkLst>
          <pc:docMk/>
          <pc:sldMk cId="29744652" sldId="2147471093"/>
        </pc:sldMkLst>
        <pc:spChg chg="mod">
          <ac:chgData name="Sreejith PM" userId="b3fb4f09-9ecc-48ed-a8cc-ede8e446e1db" providerId="ADAL" clId="{54F772E6-1A04-4D0C-8554-9413DA728EBC}" dt="2025-03-04T07:51:09.645" v="123" actId="6549"/>
          <ac:spMkLst>
            <pc:docMk/>
            <pc:sldMk cId="29744652" sldId="2147471093"/>
            <ac:spMk id="5" creationId="{540CE672-9FE0-4AA6-C301-9AD5657ADD0D}"/>
          </ac:spMkLst>
        </pc:spChg>
      </pc:sldChg>
      <pc:sldChg chg="add">
        <pc:chgData name="Sreejith PM" userId="b3fb4f09-9ecc-48ed-a8cc-ede8e446e1db" providerId="ADAL" clId="{54F772E6-1A04-4D0C-8554-9413DA728EBC}" dt="2025-03-04T08:54:36.364" v="231"/>
        <pc:sldMkLst>
          <pc:docMk/>
          <pc:sldMk cId="1110104686" sldId="2147471118"/>
        </pc:sldMkLst>
      </pc:sldChg>
      <pc:sldChg chg="add">
        <pc:chgData name="Sreejith PM" userId="b3fb4f09-9ecc-48ed-a8cc-ede8e446e1db" providerId="ADAL" clId="{54F772E6-1A04-4D0C-8554-9413DA728EBC}" dt="2025-03-04T08:54:36.364" v="231"/>
        <pc:sldMkLst>
          <pc:docMk/>
          <pc:sldMk cId="2354271474" sldId="2147471119"/>
        </pc:sldMkLst>
      </pc:sldChg>
      <pc:sldChg chg="addSp modSp mod">
        <pc:chgData name="Sreejith PM" userId="b3fb4f09-9ecc-48ed-a8cc-ede8e446e1db" providerId="ADAL" clId="{54F772E6-1A04-4D0C-8554-9413DA728EBC}" dt="2025-03-05T12:34:42.365" v="711" actId="1076"/>
        <pc:sldMkLst>
          <pc:docMk/>
          <pc:sldMk cId="807452645" sldId="2147471123"/>
        </pc:sldMkLst>
        <pc:spChg chg="mod">
          <ac:chgData name="Sreejith PM" userId="b3fb4f09-9ecc-48ed-a8cc-ede8e446e1db" providerId="ADAL" clId="{54F772E6-1A04-4D0C-8554-9413DA728EBC}" dt="2025-03-05T12:33:50.427" v="655" actId="20577"/>
          <ac:spMkLst>
            <pc:docMk/>
            <pc:sldMk cId="807452645" sldId="2147471123"/>
            <ac:spMk id="10" creationId="{BCF3D9B6-3B1D-47FF-A924-6985ABE8B4CF}"/>
          </ac:spMkLst>
        </pc:spChg>
        <pc:spChg chg="add mod">
          <ac:chgData name="Sreejith PM" userId="b3fb4f09-9ecc-48ed-a8cc-ede8e446e1db" providerId="ADAL" clId="{54F772E6-1A04-4D0C-8554-9413DA728EBC}" dt="2025-03-05T12:34:42.365" v="711" actId="1076"/>
          <ac:spMkLst>
            <pc:docMk/>
            <pc:sldMk cId="807452645" sldId="2147471123"/>
            <ac:spMk id="12" creationId="{B99F9260-B6A8-6FA7-93C1-983BB4866572}"/>
          </ac:spMkLst>
        </pc:spChg>
      </pc:sldChg>
      <pc:sldChg chg="addSp modSp add del mod">
        <pc:chgData name="Sreejith PM" userId="b3fb4f09-9ecc-48ed-a8cc-ede8e446e1db" providerId="ADAL" clId="{54F772E6-1A04-4D0C-8554-9413DA728EBC}" dt="2025-03-04T07:47:00.242" v="106" actId="18676"/>
        <pc:sldMkLst>
          <pc:docMk/>
          <pc:sldMk cId="1656350170" sldId="2147482346"/>
        </pc:sldMkLst>
      </pc:sldChg>
      <pc:sldChg chg="addSp modSp add del mod">
        <pc:chgData name="Sreejith PM" userId="b3fb4f09-9ecc-48ed-a8cc-ede8e446e1db" providerId="ADAL" clId="{54F772E6-1A04-4D0C-8554-9413DA728EBC}" dt="2025-03-04T07:47:00.242" v="106" actId="18676"/>
        <pc:sldMkLst>
          <pc:docMk/>
          <pc:sldMk cId="343334689" sldId="2147482351"/>
        </pc:sldMkLst>
      </pc:sldChg>
      <pc:sldChg chg="addSp delSp modSp mod">
        <pc:chgData name="Sreejith PM" userId="b3fb4f09-9ecc-48ed-a8cc-ede8e446e1db" providerId="ADAL" clId="{54F772E6-1A04-4D0C-8554-9413DA728EBC}" dt="2025-03-04T08:41:32.887" v="229"/>
        <pc:sldMkLst>
          <pc:docMk/>
          <pc:sldMk cId="2384935863" sldId="2147482358"/>
        </pc:sldMkLst>
      </pc:sldChg>
      <pc:sldChg chg="modSp mod">
        <pc:chgData name="Sreejith PM" userId="b3fb4f09-9ecc-48ed-a8cc-ede8e446e1db" providerId="ADAL" clId="{54F772E6-1A04-4D0C-8554-9413DA728EBC}" dt="2025-03-04T07:45:56.688" v="104" actId="6549"/>
        <pc:sldMkLst>
          <pc:docMk/>
          <pc:sldMk cId="624269893" sldId="2147482360"/>
        </pc:sldMkLst>
      </pc:sldChg>
      <pc:sldChg chg="addSp modSp mod">
        <pc:chgData name="Sreejith PM" userId="b3fb4f09-9ecc-48ed-a8cc-ede8e446e1db" providerId="ADAL" clId="{54F772E6-1A04-4D0C-8554-9413DA728EBC}" dt="2025-03-04T07:59:07.394" v="220" actId="14100"/>
        <pc:sldMkLst>
          <pc:docMk/>
          <pc:sldMk cId="3481101215" sldId="2147482365"/>
        </pc:sldMkLst>
      </pc:sldChg>
      <pc:sldChg chg="del">
        <pc:chgData name="Sreejith PM" userId="b3fb4f09-9ecc-48ed-a8cc-ede8e446e1db" providerId="ADAL" clId="{54F772E6-1A04-4D0C-8554-9413DA728EBC}" dt="2025-03-04T07:53:31.863" v="162" actId="47"/>
        <pc:sldMkLst>
          <pc:docMk/>
          <pc:sldMk cId="800990277" sldId="2147482366"/>
        </pc:sldMkLst>
      </pc:sldChg>
      <pc:sldChg chg="addSp modSp new mod">
        <pc:chgData name="Sreejith PM" userId="b3fb4f09-9ecc-48ed-a8cc-ede8e446e1db" providerId="ADAL" clId="{54F772E6-1A04-4D0C-8554-9413DA728EBC}" dt="2025-03-04T06:28:00.788" v="16" actId="404"/>
        <pc:sldMkLst>
          <pc:docMk/>
          <pc:sldMk cId="2753473148" sldId="2147482368"/>
        </pc:sldMkLst>
      </pc:sldChg>
      <pc:sldChg chg="addSp modSp mod">
        <pc:chgData name="Sreejith PM" userId="b3fb4f09-9ecc-48ed-a8cc-ede8e446e1db" providerId="ADAL" clId="{54F772E6-1A04-4D0C-8554-9413DA728EBC}" dt="2025-03-05T12:03:30.013" v="645" actId="20577"/>
        <pc:sldMkLst>
          <pc:docMk/>
          <pc:sldMk cId="133745691" sldId="2147482370"/>
        </pc:sldMkLst>
      </pc:sldChg>
      <pc:sldChg chg="ord">
        <pc:chgData name="Sreejith PM" userId="b3fb4f09-9ecc-48ed-a8cc-ede8e446e1db" providerId="ADAL" clId="{54F772E6-1A04-4D0C-8554-9413DA728EBC}" dt="2025-03-05T12:03:12.485" v="631"/>
        <pc:sldMkLst>
          <pc:docMk/>
          <pc:sldMk cId="244434511" sldId="2147482371"/>
        </pc:sldMkLst>
      </pc:sldChg>
      <pc:sldChg chg="modSp mod">
        <pc:chgData name="Sreejith PM" userId="b3fb4f09-9ecc-48ed-a8cc-ede8e446e1db" providerId="ADAL" clId="{54F772E6-1A04-4D0C-8554-9413DA728EBC}" dt="2025-03-04T07:58:05.306" v="179" actId="6549"/>
        <pc:sldMkLst>
          <pc:docMk/>
          <pc:sldMk cId="3032563077" sldId="2147482395"/>
        </pc:sldMkLst>
      </pc:sldChg>
      <pc:sldChg chg="add">
        <pc:chgData name="Sreejith PM" userId="b3fb4f09-9ecc-48ed-a8cc-ede8e446e1db" providerId="ADAL" clId="{54F772E6-1A04-4D0C-8554-9413DA728EBC}" dt="2025-03-04T08:01:05.145" v="223"/>
        <pc:sldMkLst>
          <pc:docMk/>
          <pc:sldMk cId="2770921446" sldId="2147482396"/>
        </pc:sldMkLst>
      </pc:sldChg>
      <pc:sldChg chg="add">
        <pc:chgData name="Sreejith PM" userId="b3fb4f09-9ecc-48ed-a8cc-ede8e446e1db" providerId="ADAL" clId="{54F772E6-1A04-4D0C-8554-9413DA728EBC}" dt="2025-03-04T08:01:05.145" v="223"/>
        <pc:sldMkLst>
          <pc:docMk/>
          <pc:sldMk cId="63525007" sldId="2147482397"/>
        </pc:sldMkLst>
      </pc:sldChg>
      <pc:sldChg chg="addSp modSp add mod">
        <pc:chgData name="Sreejith PM" userId="b3fb4f09-9ecc-48ed-a8cc-ede8e446e1db" providerId="ADAL" clId="{54F772E6-1A04-4D0C-8554-9413DA728EBC}" dt="2025-03-05T12:40:20.944" v="740" actId="20577"/>
        <pc:sldMkLst>
          <pc:docMk/>
          <pc:sldMk cId="1307406285" sldId="2147482398"/>
        </pc:sldMkLst>
      </pc:sldChg>
      <pc:sldChg chg="addSp modSp new del mod">
        <pc:chgData name="Sreejith PM" userId="b3fb4f09-9ecc-48ed-a8cc-ede8e446e1db" providerId="ADAL" clId="{54F772E6-1A04-4D0C-8554-9413DA728EBC}" dt="2025-03-04T08:43:13" v="230" actId="47"/>
        <pc:sldMkLst>
          <pc:docMk/>
          <pc:sldMk cId="1758762328" sldId="2147482399"/>
        </pc:sldMkLst>
      </pc:sldChg>
      <pc:sldChg chg="modSp mod">
        <pc:chgData name="Sreejith PM" userId="b3fb4f09-9ecc-48ed-a8cc-ede8e446e1db" providerId="ADAL" clId="{54F772E6-1A04-4D0C-8554-9413DA728EBC}" dt="2025-03-05T08:47:40.407" v="299"/>
        <pc:sldMkLst>
          <pc:docMk/>
          <pc:sldMk cId="2402176" sldId="2147482402"/>
        </pc:sldMkLst>
        <pc:spChg chg="mod">
          <ac:chgData name="Sreejith PM" userId="b3fb4f09-9ecc-48ed-a8cc-ede8e446e1db" providerId="ADAL" clId="{54F772E6-1A04-4D0C-8554-9413DA728EBC}" dt="2025-03-05T08:47:40.407" v="299"/>
          <ac:spMkLst>
            <pc:docMk/>
            <pc:sldMk cId="2402176" sldId="2147482402"/>
            <ac:spMk id="11" creationId="{0985BB6B-AD2D-4571-B3FC-50CAD7FC9DD8}"/>
          </ac:spMkLst>
        </pc:spChg>
      </pc:sldChg>
      <pc:sldChg chg="modSp mod">
        <pc:chgData name="Sreejith PM" userId="b3fb4f09-9ecc-48ed-a8cc-ede8e446e1db" providerId="ADAL" clId="{54F772E6-1A04-4D0C-8554-9413DA728EBC}" dt="2025-03-05T08:51:49.278" v="318" actId="20577"/>
        <pc:sldMkLst>
          <pc:docMk/>
          <pc:sldMk cId="3862715775" sldId="2147482403"/>
        </pc:sldMkLst>
      </pc:sldChg>
      <pc:sldChg chg="delSp modSp add mod ord">
        <pc:chgData name="Sreejith PM" userId="b3fb4f09-9ecc-48ed-a8cc-ede8e446e1db" providerId="ADAL" clId="{54F772E6-1A04-4D0C-8554-9413DA728EBC}" dt="2025-03-05T11:02:52.128" v="627" actId="20577"/>
        <pc:sldMkLst>
          <pc:docMk/>
          <pc:sldMk cId="2662158735" sldId="2147482405"/>
        </pc:sldMkLst>
        <pc:spChg chg="mod">
          <ac:chgData name="Sreejith PM" userId="b3fb4f09-9ecc-48ed-a8cc-ede8e446e1db" providerId="ADAL" clId="{54F772E6-1A04-4D0C-8554-9413DA728EBC}" dt="2025-03-05T11:02:52.128" v="627" actId="20577"/>
          <ac:spMkLst>
            <pc:docMk/>
            <pc:sldMk cId="2662158735" sldId="2147482405"/>
            <ac:spMk id="4" creationId="{95984E14-D29E-BDE0-588A-622943449B02}"/>
          </ac:spMkLst>
        </pc:spChg>
        <pc:spChg chg="mod">
          <ac:chgData name="Sreejith PM" userId="b3fb4f09-9ecc-48ed-a8cc-ede8e446e1db" providerId="ADAL" clId="{54F772E6-1A04-4D0C-8554-9413DA728EBC}" dt="2025-03-05T11:02:10.283" v="587" actId="14100"/>
          <ac:spMkLst>
            <pc:docMk/>
            <pc:sldMk cId="2662158735" sldId="2147482405"/>
            <ac:spMk id="6" creationId="{7BF42FAD-A3E4-6E67-3667-13EA251FCF80}"/>
          </ac:spMkLst>
        </pc:spChg>
        <pc:spChg chg="mod">
          <ac:chgData name="Sreejith PM" userId="b3fb4f09-9ecc-48ed-a8cc-ede8e446e1db" providerId="ADAL" clId="{54F772E6-1A04-4D0C-8554-9413DA728EBC}" dt="2025-03-05T11:01:48.131" v="584" actId="1076"/>
          <ac:spMkLst>
            <pc:docMk/>
            <pc:sldMk cId="2662158735" sldId="2147482405"/>
            <ac:spMk id="18" creationId="{7911D6C1-DD78-1252-0CE7-B7A0AB26445F}"/>
          </ac:spMkLst>
        </pc:spChg>
        <pc:spChg chg="mod">
          <ac:chgData name="Sreejith PM" userId="b3fb4f09-9ecc-48ed-a8cc-ede8e446e1db" providerId="ADAL" clId="{54F772E6-1A04-4D0C-8554-9413DA728EBC}" dt="2025-03-05T11:01:48.131" v="584" actId="1076"/>
          <ac:spMkLst>
            <pc:docMk/>
            <pc:sldMk cId="2662158735" sldId="2147482405"/>
            <ac:spMk id="20" creationId="{F320F6F2-09BF-30FB-A9EB-175E817E219A}"/>
          </ac:spMkLst>
        </pc:spChg>
        <pc:spChg chg="mod">
          <ac:chgData name="Sreejith PM" userId="b3fb4f09-9ecc-48ed-a8cc-ede8e446e1db" providerId="ADAL" clId="{54F772E6-1A04-4D0C-8554-9413DA728EBC}" dt="2025-03-05T11:01:48.131" v="584" actId="1076"/>
          <ac:spMkLst>
            <pc:docMk/>
            <pc:sldMk cId="2662158735" sldId="2147482405"/>
            <ac:spMk id="21" creationId="{17E0BC61-0061-FCC4-F63C-90FD477A9992}"/>
          </ac:spMkLst>
        </pc:spChg>
        <pc:spChg chg="mod">
          <ac:chgData name="Sreejith PM" userId="b3fb4f09-9ecc-48ed-a8cc-ede8e446e1db" providerId="ADAL" clId="{54F772E6-1A04-4D0C-8554-9413DA728EBC}" dt="2025-03-05T11:01:48.131" v="584" actId="1076"/>
          <ac:spMkLst>
            <pc:docMk/>
            <pc:sldMk cId="2662158735" sldId="2147482405"/>
            <ac:spMk id="23" creationId="{FA24D5BD-F84F-93C0-429E-3C25F214850B}"/>
          </ac:spMkLst>
        </pc:spChg>
        <pc:grpChg chg="mod">
          <ac:chgData name="Sreejith PM" userId="b3fb4f09-9ecc-48ed-a8cc-ede8e446e1db" providerId="ADAL" clId="{54F772E6-1A04-4D0C-8554-9413DA728EBC}" dt="2025-03-05T11:01:48.131" v="584" actId="1076"/>
          <ac:grpSpMkLst>
            <pc:docMk/>
            <pc:sldMk cId="2662158735" sldId="2147482405"/>
            <ac:grpSpMk id="9" creationId="{26C9A767-A796-3421-E70D-B41E25A688D4}"/>
          </ac:grpSpMkLst>
        </pc:grpChg>
      </pc:sldChg>
    </pc:docChg>
  </pc:docChgLst>
  <pc:docChgLst>
    <pc:chgData name="Rofiul Hasan" userId="S::rofiul.hasan@timesgroup.com::fbfc0b8b-6514-42de-bf3d-613d9762cbd0" providerId="AD" clId="Web-{BD0C3760-AF93-8145-D571-4C09FD3C84F3}"/>
    <pc:docChg chg="delSld modSld modSection">
      <pc:chgData name="Rofiul Hasan" userId="S::rofiul.hasan@timesgroup.com::fbfc0b8b-6514-42de-bf3d-613d9762cbd0" providerId="AD" clId="Web-{BD0C3760-AF93-8145-D571-4C09FD3C84F3}" dt="2025-03-07T07:25:13.169" v="449" actId="20577"/>
      <pc:docMkLst>
        <pc:docMk/>
      </pc:docMkLst>
      <pc:sldChg chg="modSp">
        <pc:chgData name="Rofiul Hasan" userId="S::rofiul.hasan@timesgroup.com::fbfc0b8b-6514-42de-bf3d-613d9762cbd0" providerId="AD" clId="Web-{BD0C3760-AF93-8145-D571-4C09FD3C84F3}" dt="2025-03-07T07:25:13.169" v="449" actId="20577"/>
        <pc:sldMkLst>
          <pc:docMk/>
          <pc:sldMk cId="176398265" sldId="4725"/>
        </pc:sldMkLst>
        <pc:spChg chg="mod">
          <ac:chgData name="Rofiul Hasan" userId="S::rofiul.hasan@timesgroup.com::fbfc0b8b-6514-42de-bf3d-613d9762cbd0" providerId="AD" clId="Web-{BD0C3760-AF93-8145-D571-4C09FD3C84F3}" dt="2025-03-07T07:25:13.169" v="449" actId="20577"/>
          <ac:spMkLst>
            <pc:docMk/>
            <pc:sldMk cId="176398265" sldId="4725"/>
            <ac:spMk id="2" creationId="{37A73958-6935-4337-89DA-B1D5C54F448B}"/>
          </ac:spMkLst>
        </pc:spChg>
      </pc:sldChg>
      <pc:sldChg chg="modSp">
        <pc:chgData name="Rofiul Hasan" userId="S::rofiul.hasan@timesgroup.com::fbfc0b8b-6514-42de-bf3d-613d9762cbd0" providerId="AD" clId="Web-{BD0C3760-AF93-8145-D571-4C09FD3C84F3}" dt="2025-03-07T07:04:23.435" v="233" actId="20577"/>
        <pc:sldMkLst>
          <pc:docMk/>
          <pc:sldMk cId="29744652" sldId="2147471093"/>
        </pc:sldMkLst>
        <pc:spChg chg="mod">
          <ac:chgData name="Rofiul Hasan" userId="S::rofiul.hasan@timesgroup.com::fbfc0b8b-6514-42de-bf3d-613d9762cbd0" providerId="AD" clId="Web-{BD0C3760-AF93-8145-D571-4C09FD3C84F3}" dt="2025-03-07T07:02:29.762" v="229" actId="20577"/>
          <ac:spMkLst>
            <pc:docMk/>
            <pc:sldMk cId="29744652" sldId="2147471093"/>
            <ac:spMk id="2" creationId="{D91053AC-E961-D7B7-8D58-59319730417D}"/>
          </ac:spMkLst>
        </pc:spChg>
        <pc:spChg chg="mod">
          <ac:chgData name="Rofiul Hasan" userId="S::rofiul.hasan@timesgroup.com::fbfc0b8b-6514-42de-bf3d-613d9762cbd0" providerId="AD" clId="Web-{BD0C3760-AF93-8145-D571-4C09FD3C84F3}" dt="2025-03-07T06:57:26.150" v="178" actId="14100"/>
          <ac:spMkLst>
            <pc:docMk/>
            <pc:sldMk cId="29744652" sldId="2147471093"/>
            <ac:spMk id="5" creationId="{540CE672-9FE0-4AA6-C301-9AD5657ADD0D}"/>
          </ac:spMkLst>
        </pc:spChg>
        <pc:picChg chg="mod">
          <ac:chgData name="Rofiul Hasan" userId="S::rofiul.hasan@timesgroup.com::fbfc0b8b-6514-42de-bf3d-613d9762cbd0" providerId="AD" clId="Web-{BD0C3760-AF93-8145-D571-4C09FD3C84F3}" dt="2025-03-07T06:57:45.838" v="179" actId="1076"/>
          <ac:picMkLst>
            <pc:docMk/>
            <pc:sldMk cId="29744652" sldId="2147471093"/>
            <ac:picMk id="27" creationId="{87D69EB6-A86E-4850-B0E2-B955583F5F4C}"/>
          </ac:picMkLst>
        </pc:picChg>
      </pc:sldChg>
      <pc:sldChg chg="modSp">
        <pc:chgData name="Rofiul Hasan" userId="S::rofiul.hasan@timesgroup.com::fbfc0b8b-6514-42de-bf3d-613d9762cbd0" providerId="AD" clId="Web-{BD0C3760-AF93-8145-D571-4C09FD3C84F3}" dt="2025-03-07T07:16:56.007" v="332" actId="20577"/>
        <pc:sldMkLst>
          <pc:docMk/>
          <pc:sldMk cId="2787430459" sldId="2147482337"/>
        </pc:sldMkLst>
        <pc:spChg chg="mod">
          <ac:chgData name="Rofiul Hasan" userId="S::rofiul.hasan@timesgroup.com::fbfc0b8b-6514-42de-bf3d-613d9762cbd0" providerId="AD" clId="Web-{BD0C3760-AF93-8145-D571-4C09FD3C84F3}" dt="2025-03-07T07:16:56.007" v="332" actId="20577"/>
          <ac:spMkLst>
            <pc:docMk/>
            <pc:sldMk cId="2787430459" sldId="2147482337"/>
            <ac:spMk id="2" creationId="{63069A61-E8E9-2605-8298-FEB5BC322A07}"/>
          </ac:spMkLst>
        </pc:spChg>
      </pc:sldChg>
      <pc:sldChg chg="modSp">
        <pc:chgData name="Rofiul Hasan" userId="S::rofiul.hasan@timesgroup.com::fbfc0b8b-6514-42de-bf3d-613d9762cbd0" providerId="AD" clId="Web-{BD0C3760-AF93-8145-D571-4C09FD3C84F3}" dt="2025-03-07T06:36:39.857" v="88" actId="20577"/>
        <pc:sldMkLst>
          <pc:docMk/>
          <pc:sldMk cId="2402176" sldId="2147482402"/>
        </pc:sldMkLst>
        <pc:spChg chg="mod">
          <ac:chgData name="Rofiul Hasan" userId="S::rofiul.hasan@timesgroup.com::fbfc0b8b-6514-42de-bf3d-613d9762cbd0" providerId="AD" clId="Web-{BD0C3760-AF93-8145-D571-4C09FD3C84F3}" dt="2025-03-07T06:36:39.857" v="88" actId="20577"/>
          <ac:spMkLst>
            <pc:docMk/>
            <pc:sldMk cId="2402176" sldId="2147482402"/>
            <ac:spMk id="11" creationId="{0985BB6B-AD2D-4571-B3FC-50CAD7FC9DD8}"/>
          </ac:spMkLst>
        </pc:spChg>
      </pc:sldChg>
      <pc:sldChg chg="modSp">
        <pc:chgData name="Rofiul Hasan" userId="S::rofiul.hasan@timesgroup.com::fbfc0b8b-6514-42de-bf3d-613d9762cbd0" providerId="AD" clId="Web-{BD0C3760-AF93-8145-D571-4C09FD3C84F3}" dt="2025-03-07T07:09:26.954" v="287" actId="20577"/>
        <pc:sldMkLst>
          <pc:docMk/>
          <pc:sldMk cId="3716128500" sldId="2147482408"/>
        </pc:sldMkLst>
        <pc:spChg chg="mod">
          <ac:chgData name="Rofiul Hasan" userId="S::rofiul.hasan@timesgroup.com::fbfc0b8b-6514-42de-bf3d-613d9762cbd0" providerId="AD" clId="Web-{BD0C3760-AF93-8145-D571-4C09FD3C84F3}" dt="2025-03-07T07:01:00.074" v="188" actId="20577"/>
          <ac:spMkLst>
            <pc:docMk/>
            <pc:sldMk cId="3716128500" sldId="2147482408"/>
            <ac:spMk id="2" creationId="{8F43E9B6-FF09-43D5-B705-2590F0599E19}"/>
          </ac:spMkLst>
        </pc:spChg>
        <pc:spChg chg="mod">
          <ac:chgData name="Rofiul Hasan" userId="S::rofiul.hasan@timesgroup.com::fbfc0b8b-6514-42de-bf3d-613d9762cbd0" providerId="AD" clId="Web-{BD0C3760-AF93-8145-D571-4C09FD3C84F3}" dt="2025-03-07T07:09:26.954" v="287" actId="20577"/>
          <ac:spMkLst>
            <pc:docMk/>
            <pc:sldMk cId="3716128500" sldId="2147482408"/>
            <ac:spMk id="16" creationId="{E39A6573-5093-4EB8-AC12-B76A098FBC59}"/>
          </ac:spMkLst>
        </pc:spChg>
      </pc:sldChg>
      <pc:sldChg chg="modSp del">
        <pc:chgData name="Rofiul Hasan" userId="S::rofiul.hasan@timesgroup.com::fbfc0b8b-6514-42de-bf3d-613d9762cbd0" providerId="AD" clId="Web-{BD0C3760-AF93-8145-D571-4C09FD3C84F3}" dt="2025-03-07T06:53:55.601" v="170"/>
        <pc:sldMkLst>
          <pc:docMk/>
          <pc:sldMk cId="80129155" sldId="2147482414"/>
        </pc:sldMkLst>
        <pc:spChg chg="mod">
          <ac:chgData name="Rofiul Hasan" userId="S::rofiul.hasan@timesgroup.com::fbfc0b8b-6514-42de-bf3d-613d9762cbd0" providerId="AD" clId="Web-{BD0C3760-AF93-8145-D571-4C09FD3C84F3}" dt="2025-03-07T06:46:22.644" v="148" actId="14100"/>
          <ac:spMkLst>
            <pc:docMk/>
            <pc:sldMk cId="80129155" sldId="2147482414"/>
            <ac:spMk id="2" creationId="{CD4636AF-C9EA-40F0-A0BE-94040B68639B}"/>
          </ac:spMkLst>
        </pc:spChg>
        <pc:spChg chg="mod">
          <ac:chgData name="Rofiul Hasan" userId="S::rofiul.hasan@timesgroup.com::fbfc0b8b-6514-42de-bf3d-613d9762cbd0" providerId="AD" clId="Web-{BD0C3760-AF93-8145-D571-4C09FD3C84F3}" dt="2025-03-07T06:49:35.005" v="168" actId="20577"/>
          <ac:spMkLst>
            <pc:docMk/>
            <pc:sldMk cId="80129155" sldId="2147482414"/>
            <ac:spMk id="4" creationId="{191A8622-C883-2263-1A55-E5C6AF050A0D}"/>
          </ac:spMkLst>
        </pc:spChg>
        <pc:graphicFrameChg chg="mod modGraphic">
          <ac:chgData name="Rofiul Hasan" userId="S::rofiul.hasan@timesgroup.com::fbfc0b8b-6514-42de-bf3d-613d9762cbd0" providerId="AD" clId="Web-{BD0C3760-AF93-8145-D571-4C09FD3C84F3}" dt="2025-03-07T06:53:55.601" v="170"/>
          <ac:graphicFrameMkLst>
            <pc:docMk/>
            <pc:sldMk cId="80129155" sldId="2147482414"/>
            <ac:graphicFrameMk id="13" creationId="{86296070-D0C2-A3E4-272D-7947AF7F6721}"/>
          </ac:graphicFrameMkLst>
        </pc:graphicFrameChg>
      </pc:sldChg>
      <pc:sldChg chg="modSp">
        <pc:chgData name="Rofiul Hasan" userId="S::rofiul.hasan@timesgroup.com::fbfc0b8b-6514-42de-bf3d-613d9762cbd0" providerId="AD" clId="Web-{BD0C3760-AF93-8145-D571-4C09FD3C84F3}" dt="2025-03-07T07:13:32.987" v="294" actId="20577"/>
        <pc:sldMkLst>
          <pc:docMk/>
          <pc:sldMk cId="2673435552" sldId="2147482417"/>
        </pc:sldMkLst>
      </pc:sldChg>
    </pc:docChg>
  </pc:docChgLst>
  <pc:docChgLst>
    <pc:chgData name="Sreejith PM" userId="S::sreejith.pm@timesgroup.com::b3fb4f09-9ecc-48ed-a8cc-ede8e446e1db" providerId="AD" clId="Web-{767C243E-2686-D9EA-424C-1449CA317466}"/>
    <pc:docChg chg="addSld modSld">
      <pc:chgData name="Sreejith PM" userId="S::sreejith.pm@timesgroup.com::b3fb4f09-9ecc-48ed-a8cc-ede8e446e1db" providerId="AD" clId="Web-{767C243E-2686-D9EA-424C-1449CA317466}" dt="2025-01-30T04:35:37.452" v="10" actId="20577"/>
      <pc:docMkLst>
        <pc:docMk/>
      </pc:docMkLst>
      <pc:sldChg chg="add replId">
        <pc:chgData name="Sreejith PM" userId="S::sreejith.pm@timesgroup.com::b3fb4f09-9ecc-48ed-a8cc-ede8e446e1db" providerId="AD" clId="Web-{767C243E-2686-D9EA-424C-1449CA317466}" dt="2025-01-30T04:35:29.639" v="0"/>
        <pc:sldMkLst>
          <pc:docMk/>
          <pc:sldMk cId="742311180" sldId="2147482344"/>
        </pc:sldMkLst>
      </pc:sldChg>
      <pc:sldChg chg="modSp new">
        <pc:chgData name="Sreejith PM" userId="S::sreejith.pm@timesgroup.com::b3fb4f09-9ecc-48ed-a8cc-ede8e446e1db" providerId="AD" clId="Web-{767C243E-2686-D9EA-424C-1449CA317466}" dt="2025-01-30T04:35:37.452" v="10" actId="20577"/>
        <pc:sldMkLst>
          <pc:docMk/>
          <pc:sldMk cId="3105321441" sldId="2147482345"/>
        </pc:sldMkLst>
      </pc:sldChg>
    </pc:docChg>
  </pc:docChgLst>
  <pc:docChgLst>
    <pc:chgData name="Rofiul Hasan" userId="fbfc0b8b-6514-42de-bf3d-613d9762cbd0" providerId="ADAL" clId="{96C4C038-F3E0-4048-93A2-5F017FC838A1}"/>
    <pc:docChg chg="modSld modNotesMaster">
      <pc:chgData name="Rofiul Hasan" userId="fbfc0b8b-6514-42de-bf3d-613d9762cbd0" providerId="ADAL" clId="{96C4C038-F3E0-4048-93A2-5F017FC838A1}" dt="2025-03-07T12:54:44.950" v="1" actId="729"/>
      <pc:docMkLst>
        <pc:docMk/>
      </pc:docMkLst>
      <pc:sldChg chg="mod modShow">
        <pc:chgData name="Rofiul Hasan" userId="fbfc0b8b-6514-42de-bf3d-613d9762cbd0" providerId="ADAL" clId="{96C4C038-F3E0-4048-93A2-5F017FC838A1}" dt="2025-03-07T12:54:44.950" v="1" actId="729"/>
        <pc:sldMkLst>
          <pc:docMk/>
          <pc:sldMk cId="1211996572" sldId="2147482431"/>
        </pc:sldMkLst>
      </pc:sldChg>
    </pc:docChg>
  </pc:docChgLst>
  <pc:docChgLst>
    <pc:chgData name="Suyash Chavan" userId="080b3b87-a782-4129-ae65-b8efeb54d6e3" providerId="ADAL" clId="{977D976E-C6E7-4CF9-BC38-E0C651742F0F}"/>
    <pc:docChg chg="undo custSel addSld delSld modSld sldOrd modSection">
      <pc:chgData name="Suyash Chavan" userId="080b3b87-a782-4129-ae65-b8efeb54d6e3" providerId="ADAL" clId="{977D976E-C6E7-4CF9-BC38-E0C651742F0F}" dt="2024-11-07T10:45:11.416" v="72" actId="14100"/>
      <pc:docMkLst>
        <pc:docMk/>
      </pc:docMkLst>
      <pc:sldChg chg="add">
        <pc:chgData name="Suyash Chavan" userId="080b3b87-a782-4129-ae65-b8efeb54d6e3" providerId="ADAL" clId="{977D976E-C6E7-4CF9-BC38-E0C651742F0F}" dt="2024-11-07T10:12:33.763" v="1"/>
        <pc:sldMkLst>
          <pc:docMk/>
          <pc:sldMk cId="2198960753" sldId="4727"/>
        </pc:sldMkLst>
      </pc:sldChg>
      <pc:sldChg chg="modSp mod">
        <pc:chgData name="Suyash Chavan" userId="080b3b87-a782-4129-ae65-b8efeb54d6e3" providerId="ADAL" clId="{977D976E-C6E7-4CF9-BC38-E0C651742F0F}" dt="2024-11-07T10:27:39.060" v="34" actId="1076"/>
        <pc:sldMkLst>
          <pc:docMk/>
          <pc:sldMk cId="3172044870" sldId="4976"/>
        </pc:sldMkLst>
      </pc:sldChg>
      <pc:sldChg chg="del">
        <pc:chgData name="Suyash Chavan" userId="080b3b87-a782-4129-ae65-b8efeb54d6e3" providerId="ADAL" clId="{977D976E-C6E7-4CF9-BC38-E0C651742F0F}" dt="2024-11-07T10:12:52.717" v="2" actId="47"/>
        <pc:sldMkLst>
          <pc:docMk/>
          <pc:sldMk cId="3981122268" sldId="5047"/>
        </pc:sldMkLst>
      </pc:sldChg>
      <pc:sldChg chg="ord">
        <pc:chgData name="Suyash Chavan" userId="080b3b87-a782-4129-ae65-b8efeb54d6e3" providerId="ADAL" clId="{977D976E-C6E7-4CF9-BC38-E0C651742F0F}" dt="2024-11-07T10:05:26.543" v="0" actId="20578"/>
        <pc:sldMkLst>
          <pc:docMk/>
          <pc:sldMk cId="4191005789" sldId="5053"/>
        </pc:sldMkLst>
      </pc:sldChg>
      <pc:sldChg chg="addSp delSp modSp mod">
        <pc:chgData name="Suyash Chavan" userId="080b3b87-a782-4129-ae65-b8efeb54d6e3" providerId="ADAL" clId="{977D976E-C6E7-4CF9-BC38-E0C651742F0F}" dt="2024-11-07T10:45:11.416" v="72" actId="14100"/>
        <pc:sldMkLst>
          <pc:docMk/>
          <pc:sldMk cId="2428370206" sldId="5056"/>
        </pc:sldMkLst>
      </pc:sldChg>
      <pc:sldChg chg="addSp delSp modSp mod">
        <pc:chgData name="Suyash Chavan" userId="080b3b87-a782-4129-ae65-b8efeb54d6e3" providerId="ADAL" clId="{977D976E-C6E7-4CF9-BC38-E0C651742F0F}" dt="2024-11-07T10:23:52.751" v="8" actId="478"/>
        <pc:sldMkLst>
          <pc:docMk/>
          <pc:sldMk cId="3366598161" sldId="5058"/>
        </pc:sldMkLst>
      </pc:sldChg>
    </pc:docChg>
  </pc:docChgLst>
  <pc:docChgLst>
    <pc:chgData name="Rofiul Hasan" userId="S::rofiul.hasan@timesgroup.com::fbfc0b8b-6514-42de-bf3d-613d9762cbd0" providerId="AD" clId="Web-{C152A3D1-FCDC-3688-8534-54008086D5EB}"/>
    <pc:docChg chg="addSld delSld modSld modSection">
      <pc:chgData name="Rofiul Hasan" userId="S::rofiul.hasan@timesgroup.com::fbfc0b8b-6514-42de-bf3d-613d9762cbd0" providerId="AD" clId="Web-{C152A3D1-FCDC-3688-8534-54008086D5EB}" dt="2024-11-07T09:14:46.525" v="31"/>
      <pc:docMkLst>
        <pc:docMk/>
      </pc:docMkLst>
      <pc:sldChg chg="del">
        <pc:chgData name="Rofiul Hasan" userId="S::rofiul.hasan@timesgroup.com::fbfc0b8b-6514-42de-bf3d-613d9762cbd0" providerId="AD" clId="Web-{C152A3D1-FCDC-3688-8534-54008086D5EB}" dt="2024-11-07T08:03:43.693" v="1"/>
        <pc:sldMkLst>
          <pc:docMk/>
          <pc:sldMk cId="2198960753" sldId="4727"/>
        </pc:sldMkLst>
      </pc:sldChg>
      <pc:sldChg chg="delSp modSp">
        <pc:chgData name="Rofiul Hasan" userId="S::rofiul.hasan@timesgroup.com::fbfc0b8b-6514-42de-bf3d-613d9762cbd0" providerId="AD" clId="Web-{C152A3D1-FCDC-3688-8534-54008086D5EB}" dt="2024-11-07T08:04:30.320" v="17" actId="20577"/>
        <pc:sldMkLst>
          <pc:docMk/>
          <pc:sldMk cId="1785527604" sldId="4735"/>
        </pc:sldMkLst>
      </pc:sldChg>
      <pc:sldChg chg="del">
        <pc:chgData name="Rofiul Hasan" userId="S::rofiul.hasan@timesgroup.com::fbfc0b8b-6514-42de-bf3d-613d9762cbd0" providerId="AD" clId="Web-{C152A3D1-FCDC-3688-8534-54008086D5EB}" dt="2024-11-07T09:14:46.525" v="31"/>
        <pc:sldMkLst>
          <pc:docMk/>
          <pc:sldMk cId="3477882792" sldId="5040"/>
        </pc:sldMkLst>
      </pc:sldChg>
      <pc:sldChg chg="add">
        <pc:chgData name="Rofiul Hasan" userId="S::rofiul.hasan@timesgroup.com::fbfc0b8b-6514-42de-bf3d-613d9762cbd0" providerId="AD" clId="Web-{C152A3D1-FCDC-3688-8534-54008086D5EB}" dt="2024-11-07T08:03:30.443" v="0"/>
        <pc:sldMkLst>
          <pc:docMk/>
          <pc:sldMk cId="3981122268" sldId="5047"/>
        </pc:sldMkLst>
      </pc:sldChg>
      <pc:sldChg chg="modSp add">
        <pc:chgData name="Rofiul Hasan" userId="S::rofiul.hasan@timesgroup.com::fbfc0b8b-6514-42de-bf3d-613d9762cbd0" providerId="AD" clId="Web-{C152A3D1-FCDC-3688-8534-54008086D5EB}" dt="2024-11-07T09:14:42.760" v="30" actId="20577"/>
        <pc:sldMkLst>
          <pc:docMk/>
          <pc:sldMk cId="4269749893" sldId="5049"/>
        </pc:sldMkLst>
      </pc:sldChg>
    </pc:docChg>
  </pc:docChgLst>
  <pc:docChgLst>
    <pc:chgData name="Rofiul Hasan" userId="fbfc0b8b-6514-42de-bf3d-613d9762cbd0" providerId="ADAL" clId="{2F850AC4-D0C8-41B0-9315-2E42900826DB}"/>
    <pc:docChg chg="undo custSel delSld modSld sldOrd modSection">
      <pc:chgData name="Rofiul Hasan" userId="fbfc0b8b-6514-42de-bf3d-613d9762cbd0" providerId="ADAL" clId="{2F850AC4-D0C8-41B0-9315-2E42900826DB}" dt="2024-11-10T06:08:27.043" v="878" actId="47"/>
      <pc:docMkLst>
        <pc:docMk/>
      </pc:docMkLst>
      <pc:sldChg chg="modSp mod">
        <pc:chgData name="Rofiul Hasan" userId="fbfc0b8b-6514-42de-bf3d-613d9762cbd0" providerId="ADAL" clId="{2F850AC4-D0C8-41B0-9315-2E42900826DB}" dt="2024-11-10T05:58:21.756" v="838" actId="20577"/>
        <pc:sldMkLst>
          <pc:docMk/>
          <pc:sldMk cId="555233315" sldId="4563"/>
        </pc:sldMkLst>
      </pc:sldChg>
      <pc:sldChg chg="del">
        <pc:chgData name="Rofiul Hasan" userId="fbfc0b8b-6514-42de-bf3d-613d9762cbd0" providerId="ADAL" clId="{2F850AC4-D0C8-41B0-9315-2E42900826DB}" dt="2024-11-10T06:08:24.702" v="877" actId="47"/>
        <pc:sldMkLst>
          <pc:docMk/>
          <pc:sldMk cId="1931753878" sldId="4661"/>
        </pc:sldMkLst>
      </pc:sldChg>
      <pc:sldChg chg="modSp mod">
        <pc:chgData name="Rofiul Hasan" userId="fbfc0b8b-6514-42de-bf3d-613d9762cbd0" providerId="ADAL" clId="{2F850AC4-D0C8-41B0-9315-2E42900826DB}" dt="2024-11-10T06:05:45.583" v="876" actId="207"/>
        <pc:sldMkLst>
          <pc:docMk/>
          <pc:sldMk cId="2194504243" sldId="4963"/>
        </pc:sldMkLst>
      </pc:sldChg>
      <pc:sldChg chg="addSp modSp mod">
        <pc:chgData name="Rofiul Hasan" userId="fbfc0b8b-6514-42de-bf3d-613d9762cbd0" providerId="ADAL" clId="{2F850AC4-D0C8-41B0-9315-2E42900826DB}" dt="2024-11-10T05:44:18.695" v="664" actId="14100"/>
        <pc:sldMkLst>
          <pc:docMk/>
          <pc:sldMk cId="2755080393" sldId="4974"/>
        </pc:sldMkLst>
      </pc:sldChg>
      <pc:sldChg chg="addSp delSp modSp mod">
        <pc:chgData name="Rofiul Hasan" userId="fbfc0b8b-6514-42de-bf3d-613d9762cbd0" providerId="ADAL" clId="{2F850AC4-D0C8-41B0-9315-2E42900826DB}" dt="2024-11-10T05:49:01.746" v="729" actId="20577"/>
        <pc:sldMkLst>
          <pc:docMk/>
          <pc:sldMk cId="2015180156" sldId="5002"/>
        </pc:sldMkLst>
      </pc:sldChg>
      <pc:sldChg chg="del">
        <pc:chgData name="Rofiul Hasan" userId="fbfc0b8b-6514-42de-bf3d-613d9762cbd0" providerId="ADAL" clId="{2F850AC4-D0C8-41B0-9315-2E42900826DB}" dt="2024-11-10T06:08:27.043" v="878" actId="47"/>
        <pc:sldMkLst>
          <pc:docMk/>
          <pc:sldMk cId="1565954220" sldId="5014"/>
        </pc:sldMkLst>
      </pc:sldChg>
      <pc:sldChg chg="ord">
        <pc:chgData name="Rofiul Hasan" userId="fbfc0b8b-6514-42de-bf3d-613d9762cbd0" providerId="ADAL" clId="{2F850AC4-D0C8-41B0-9315-2E42900826DB}" dt="2024-11-07T09:28:03.066" v="0" actId="20578"/>
        <pc:sldMkLst>
          <pc:docMk/>
          <pc:sldMk cId="2224092932" sldId="5034"/>
        </pc:sldMkLst>
      </pc:sldChg>
      <pc:sldChg chg="modSp mod">
        <pc:chgData name="Rofiul Hasan" userId="fbfc0b8b-6514-42de-bf3d-613d9762cbd0" providerId="ADAL" clId="{2F850AC4-D0C8-41B0-9315-2E42900826DB}" dt="2024-11-10T05:58:02.790" v="819" actId="20577"/>
        <pc:sldMkLst>
          <pc:docMk/>
          <pc:sldMk cId="439343585" sldId="5052"/>
        </pc:sldMkLst>
      </pc:sldChg>
      <pc:sldChg chg="modSp mod">
        <pc:chgData name="Rofiul Hasan" userId="fbfc0b8b-6514-42de-bf3d-613d9762cbd0" providerId="ADAL" clId="{2F850AC4-D0C8-41B0-9315-2E42900826DB}" dt="2024-11-10T05:59:38.044" v="840" actId="20577"/>
        <pc:sldMkLst>
          <pc:docMk/>
          <pc:sldMk cId="3284850259" sldId="5057"/>
        </pc:sldMkLst>
      </pc:sldChg>
      <pc:sldChg chg="modSp mod">
        <pc:chgData name="Rofiul Hasan" userId="fbfc0b8b-6514-42de-bf3d-613d9762cbd0" providerId="ADAL" clId="{2F850AC4-D0C8-41B0-9315-2E42900826DB}" dt="2024-11-10T05:40:58.003" v="529" actId="20577"/>
        <pc:sldMkLst>
          <pc:docMk/>
          <pc:sldMk cId="361746808" sldId="5085"/>
        </pc:sldMkLst>
      </pc:sldChg>
      <pc:sldChg chg="modSp mod ord">
        <pc:chgData name="Rofiul Hasan" userId="fbfc0b8b-6514-42de-bf3d-613d9762cbd0" providerId="ADAL" clId="{2F850AC4-D0C8-41B0-9315-2E42900826DB}" dt="2024-11-10T05:52:44.266" v="775" actId="20577"/>
        <pc:sldMkLst>
          <pc:docMk/>
          <pc:sldMk cId="549963952" sldId="5088"/>
        </pc:sldMkLst>
      </pc:sldChg>
      <pc:sldChg chg="modSp mod">
        <pc:chgData name="Rofiul Hasan" userId="fbfc0b8b-6514-42de-bf3d-613d9762cbd0" providerId="ADAL" clId="{2F850AC4-D0C8-41B0-9315-2E42900826DB}" dt="2024-11-10T05:47:41.577" v="717" actId="20577"/>
        <pc:sldMkLst>
          <pc:docMk/>
          <pc:sldMk cId="1320900057" sldId="2147470882"/>
        </pc:sldMkLst>
      </pc:sldChg>
    </pc:docChg>
  </pc:docChgLst>
  <pc:docChgLst>
    <pc:chgData name="Rofiul Hasan" userId="S::rofiul.hasan@timesgroup.com::fbfc0b8b-6514-42de-bf3d-613d9762cbd0" providerId="AD" clId="Web-{0192A575-067B-0794-FF53-7E8C60105E92}"/>
    <pc:docChg chg="addSld delSld modSld">
      <pc:chgData name="Rofiul Hasan" userId="S::rofiul.hasan@timesgroup.com::fbfc0b8b-6514-42de-bf3d-613d9762cbd0" providerId="AD" clId="Web-{0192A575-067B-0794-FF53-7E8C60105E92}" dt="2025-01-29T12:21:12.827" v="618"/>
      <pc:docMkLst>
        <pc:docMk/>
      </pc:docMkLst>
      <pc:sldChg chg="delSp modSp add">
        <pc:chgData name="Rofiul Hasan" userId="S::rofiul.hasan@timesgroup.com::fbfc0b8b-6514-42de-bf3d-613d9762cbd0" providerId="AD" clId="Web-{0192A575-067B-0794-FF53-7E8C60105E92}" dt="2025-01-29T12:10:55.065" v="539" actId="20577"/>
        <pc:sldMkLst>
          <pc:docMk/>
          <pc:sldMk cId="1200102716" sldId="4501"/>
        </pc:sldMkLst>
      </pc:sldChg>
      <pc:sldChg chg="add">
        <pc:chgData name="Rofiul Hasan" userId="S::rofiul.hasan@timesgroup.com::fbfc0b8b-6514-42de-bf3d-613d9762cbd0" providerId="AD" clId="Web-{0192A575-067B-0794-FF53-7E8C60105E92}" dt="2025-01-29T06:37:32.847" v="467"/>
        <pc:sldMkLst>
          <pc:docMk/>
          <pc:sldMk cId="3090435545" sldId="4709"/>
        </pc:sldMkLst>
      </pc:sldChg>
      <pc:sldChg chg="addSp modSp add">
        <pc:chgData name="Rofiul Hasan" userId="S::rofiul.hasan@timesgroup.com::fbfc0b8b-6514-42de-bf3d-613d9762cbd0" providerId="AD" clId="Web-{0192A575-067B-0794-FF53-7E8C60105E92}" dt="2025-01-29T05:37:38.346" v="6" actId="14100"/>
        <pc:sldMkLst>
          <pc:docMk/>
          <pc:sldMk cId="1074165951" sldId="4725"/>
        </pc:sldMkLst>
      </pc:sldChg>
      <pc:sldChg chg="del">
        <pc:chgData name="Rofiul Hasan" userId="S::rofiul.hasan@timesgroup.com::fbfc0b8b-6514-42de-bf3d-613d9762cbd0" providerId="AD" clId="Web-{0192A575-067B-0794-FF53-7E8C60105E92}" dt="2025-01-29T05:36:04.563" v="1"/>
        <pc:sldMkLst>
          <pc:docMk/>
          <pc:sldMk cId="2198960753" sldId="4727"/>
        </pc:sldMkLst>
      </pc:sldChg>
      <pc:sldChg chg="add">
        <pc:chgData name="Rofiul Hasan" userId="S::rofiul.hasan@timesgroup.com::fbfc0b8b-6514-42de-bf3d-613d9762cbd0" providerId="AD" clId="Web-{0192A575-067B-0794-FF53-7E8C60105E92}" dt="2025-01-29T06:37:32.815" v="466"/>
        <pc:sldMkLst>
          <pc:docMk/>
          <pc:sldMk cId="2777340189" sldId="4732"/>
        </pc:sldMkLst>
      </pc:sldChg>
      <pc:sldChg chg="modSp">
        <pc:chgData name="Rofiul Hasan" userId="S::rofiul.hasan@timesgroup.com::fbfc0b8b-6514-42de-bf3d-613d9762cbd0" providerId="AD" clId="Web-{0192A575-067B-0794-FF53-7E8C60105E92}" dt="2025-01-29T12:21:12.827" v="618"/>
        <pc:sldMkLst>
          <pc:docMk/>
          <pc:sldMk cId="910563683" sldId="5051"/>
        </pc:sldMkLst>
      </pc:sldChg>
      <pc:sldChg chg="add">
        <pc:chgData name="Rofiul Hasan" userId="S::rofiul.hasan@timesgroup.com::fbfc0b8b-6514-42de-bf3d-613d9762cbd0" providerId="AD" clId="Web-{0192A575-067B-0794-FF53-7E8C60105E92}" dt="2025-01-29T06:34:09.516" v="463"/>
        <pc:sldMkLst>
          <pc:docMk/>
          <pc:sldMk cId="2533443766" sldId="2147471023"/>
        </pc:sldMkLst>
      </pc:sldChg>
      <pc:sldChg chg="add">
        <pc:chgData name="Rofiul Hasan" userId="S::rofiul.hasan@timesgroup.com::fbfc0b8b-6514-42de-bf3d-613d9762cbd0" providerId="AD" clId="Web-{0192A575-067B-0794-FF53-7E8C60105E92}" dt="2025-01-29T06:34:09.547" v="464"/>
        <pc:sldMkLst>
          <pc:docMk/>
          <pc:sldMk cId="3054304083" sldId="2147471024"/>
        </pc:sldMkLst>
      </pc:sldChg>
      <pc:sldChg chg="add">
        <pc:chgData name="Rofiul Hasan" userId="S::rofiul.hasan@timesgroup.com::fbfc0b8b-6514-42de-bf3d-613d9762cbd0" providerId="AD" clId="Web-{0192A575-067B-0794-FF53-7E8C60105E92}" dt="2025-01-29T05:51:43.373" v="8"/>
        <pc:sldMkLst>
          <pc:docMk/>
          <pc:sldMk cId="2960644468" sldId="2147471071"/>
        </pc:sldMkLst>
      </pc:sldChg>
      <pc:sldChg chg="add">
        <pc:chgData name="Rofiul Hasan" userId="S::rofiul.hasan@timesgroup.com::fbfc0b8b-6514-42de-bf3d-613d9762cbd0" providerId="AD" clId="Web-{0192A575-067B-0794-FF53-7E8C60105E92}" dt="2025-01-29T05:40:29.879" v="7"/>
        <pc:sldMkLst>
          <pc:docMk/>
          <pc:sldMk cId="3342108007" sldId="2147482335"/>
        </pc:sldMkLst>
      </pc:sldChg>
      <pc:sldChg chg="addSp delSp modSp add replId">
        <pc:chgData name="Rofiul Hasan" userId="S::rofiul.hasan@timesgroup.com::fbfc0b8b-6514-42de-bf3d-613d9762cbd0" providerId="AD" clId="Web-{0192A575-067B-0794-FF53-7E8C60105E92}" dt="2025-01-29T06:22:06.303" v="401"/>
        <pc:sldMkLst>
          <pc:docMk/>
          <pc:sldMk cId="3231651320" sldId="2147482336"/>
        </pc:sldMkLst>
      </pc:sldChg>
      <pc:sldChg chg="add replId">
        <pc:chgData name="Rofiul Hasan" userId="S::rofiul.hasan@timesgroup.com::fbfc0b8b-6514-42de-bf3d-613d9762cbd0" providerId="AD" clId="Web-{0192A575-067B-0794-FF53-7E8C60105E92}" dt="2025-01-29T06:23:27.398" v="402"/>
        <pc:sldMkLst>
          <pc:docMk/>
          <pc:sldMk cId="1161894639" sldId="2147482337"/>
        </pc:sldMkLst>
      </pc:sldChg>
      <pc:sldChg chg="add">
        <pc:chgData name="Rofiul Hasan" userId="S::rofiul.hasan@timesgroup.com::fbfc0b8b-6514-42de-bf3d-613d9762cbd0" providerId="AD" clId="Web-{0192A575-067B-0794-FF53-7E8C60105E92}" dt="2025-01-29T06:34:52.798" v="465"/>
        <pc:sldMkLst>
          <pc:docMk/>
          <pc:sldMk cId="1659525196" sldId="2147482338"/>
        </pc:sldMkLst>
      </pc:sldChg>
      <pc:sldChg chg="add">
        <pc:chgData name="Rofiul Hasan" userId="S::rofiul.hasan@timesgroup.com::fbfc0b8b-6514-42de-bf3d-613d9762cbd0" providerId="AD" clId="Web-{0192A575-067B-0794-FF53-7E8C60105E92}" dt="2025-01-29T06:37:32.940" v="468"/>
        <pc:sldMkLst>
          <pc:docMk/>
          <pc:sldMk cId="3565820774" sldId="2147482339"/>
        </pc:sldMkLst>
      </pc:sldChg>
      <pc:sldChg chg="addSp modSp add replId">
        <pc:chgData name="Rofiul Hasan" userId="S::rofiul.hasan@timesgroup.com::fbfc0b8b-6514-42de-bf3d-613d9762cbd0" providerId="AD" clId="Web-{0192A575-067B-0794-FF53-7E8C60105E92}" dt="2025-01-29T07:41:58.015" v="480" actId="20577"/>
        <pc:sldMkLst>
          <pc:docMk/>
          <pc:sldMk cId="270502357" sldId="2147482340"/>
        </pc:sldMkLst>
      </pc:sldChg>
      <pc:sldChg chg="modSp add replId">
        <pc:chgData name="Rofiul Hasan" userId="S::rofiul.hasan@timesgroup.com::fbfc0b8b-6514-42de-bf3d-613d9762cbd0" providerId="AD" clId="Web-{0192A575-067B-0794-FF53-7E8C60105E92}" dt="2025-01-29T12:12:21.239" v="568" actId="20577"/>
        <pc:sldMkLst>
          <pc:docMk/>
          <pc:sldMk cId="358145238" sldId="2147482341"/>
        </pc:sldMkLst>
      </pc:sldChg>
      <pc:sldChg chg="delSp modSp add del replId">
        <pc:chgData name="Rofiul Hasan" userId="S::rofiul.hasan@timesgroup.com::fbfc0b8b-6514-42de-bf3d-613d9762cbd0" providerId="AD" clId="Web-{0192A575-067B-0794-FF53-7E8C60105E92}" dt="2025-01-29T10:28:38.287" v="505"/>
        <pc:sldMkLst>
          <pc:docMk/>
          <pc:sldMk cId="588100243" sldId="2147482342"/>
        </pc:sldMkLst>
      </pc:sldChg>
      <pc:sldChg chg="addSp modSp add">
        <pc:chgData name="Rofiul Hasan" userId="S::rofiul.hasan@timesgroup.com::fbfc0b8b-6514-42de-bf3d-613d9762cbd0" providerId="AD" clId="Web-{0192A575-067B-0794-FF53-7E8C60105E92}" dt="2025-01-29T10:30:20.711" v="521" actId="14100"/>
        <pc:sldMkLst>
          <pc:docMk/>
          <pc:sldMk cId="1617294396" sldId="2147482343"/>
        </pc:sldMkLst>
      </pc:sldChg>
      <pc:sldMasterChg chg="addSldLayout">
        <pc:chgData name="Rofiul Hasan" userId="S::rofiul.hasan@timesgroup.com::fbfc0b8b-6514-42de-bf3d-613d9762cbd0" providerId="AD" clId="Web-{0192A575-067B-0794-FF53-7E8C60105E92}" dt="2025-01-29T06:37:32.815" v="466"/>
        <pc:sldMasterMkLst>
          <pc:docMk/>
          <pc:sldMasterMk cId="3767483070" sldId="2147483688"/>
        </pc:sldMasterMkLst>
        <pc:sldLayoutChg chg="add">
          <pc:chgData name="Rofiul Hasan" userId="S::rofiul.hasan@timesgroup.com::fbfc0b8b-6514-42de-bf3d-613d9762cbd0" providerId="AD" clId="Web-{0192A575-067B-0794-FF53-7E8C60105E92}" dt="2025-01-29T06:37:32.815" v="466"/>
          <pc:sldLayoutMkLst>
            <pc:docMk/>
            <pc:sldMasterMk cId="3767483070" sldId="2147483688"/>
            <pc:sldLayoutMk cId="3999191836" sldId="2147483746"/>
          </pc:sldLayoutMkLst>
        </pc:sldLayoutChg>
      </pc:sldMasterChg>
    </pc:docChg>
  </pc:docChgLst>
  <pc:docChgLst>
    <pc:chgData name="Rofiul Hasan" userId="S::rofiul.hasan@timesgroup.com::fbfc0b8b-6514-42de-bf3d-613d9762cbd0" providerId="AD" clId="Web-{98E59173-9FEF-3668-312B-6825BF8CA539}"/>
    <pc:docChg chg="modSld">
      <pc:chgData name="Rofiul Hasan" userId="S::rofiul.hasan@timesgroup.com::fbfc0b8b-6514-42de-bf3d-613d9762cbd0" providerId="AD" clId="Web-{98E59173-9FEF-3668-312B-6825BF8CA539}" dt="2025-03-04T12:00:16.844" v="237" actId="20577"/>
      <pc:docMkLst>
        <pc:docMk/>
      </pc:docMkLst>
      <pc:sldChg chg="modSp">
        <pc:chgData name="Rofiul Hasan" userId="S::rofiul.hasan@timesgroup.com::fbfc0b8b-6514-42de-bf3d-613d9762cbd0" providerId="AD" clId="Web-{98E59173-9FEF-3668-312B-6825BF8CA539}" dt="2025-03-04T12:00:16.844" v="237" actId="20577"/>
        <pc:sldMkLst>
          <pc:docMk/>
          <pc:sldMk cId="29744652" sldId="2147471093"/>
        </pc:sldMkLst>
        <pc:spChg chg="mod">
          <ac:chgData name="Rofiul Hasan" userId="S::rofiul.hasan@timesgroup.com::fbfc0b8b-6514-42de-bf3d-613d9762cbd0" providerId="AD" clId="Web-{98E59173-9FEF-3668-312B-6825BF8CA539}" dt="2025-03-04T12:00:16.844" v="237" actId="20577"/>
          <ac:spMkLst>
            <pc:docMk/>
            <pc:sldMk cId="29744652" sldId="2147471093"/>
            <ac:spMk id="5" creationId="{540CE672-9FE0-4AA6-C301-9AD5657ADD0D}"/>
          </ac:spMkLst>
        </pc:spChg>
      </pc:sldChg>
    </pc:docChg>
  </pc:docChgLst>
  <pc:docChgLst>
    <pc:chgData name="Linson V V" userId="075c4cc9-6382-4686-add6-593eb1d48ee5" providerId="ADAL" clId="{F028AF73-C54E-4F86-A9DC-CEA3C220F5BE}"/>
    <pc:docChg chg="modSld">
      <pc:chgData name="Linson V V" userId="075c4cc9-6382-4686-add6-593eb1d48ee5" providerId="ADAL" clId="{F028AF73-C54E-4F86-A9DC-CEA3C220F5BE}" dt="2025-01-02T04:31:46.017" v="14" actId="20577"/>
      <pc:docMkLst>
        <pc:docMk/>
      </pc:docMkLst>
      <pc:sldChg chg="modSp mod">
        <pc:chgData name="Linson V V" userId="075c4cc9-6382-4686-add6-593eb1d48ee5" providerId="ADAL" clId="{F028AF73-C54E-4F86-A9DC-CEA3C220F5BE}" dt="2025-01-02T04:31:46.017" v="14" actId="20577"/>
        <pc:sldMkLst>
          <pc:docMk/>
          <pc:sldMk cId="1475570677" sldId="4408"/>
        </pc:sldMkLst>
        <pc:spChg chg="mod">
          <ac:chgData name="Linson V V" userId="075c4cc9-6382-4686-add6-593eb1d48ee5" providerId="ADAL" clId="{F028AF73-C54E-4F86-A9DC-CEA3C220F5BE}" dt="2025-01-02T04:31:46.017" v="14" actId="20577"/>
          <ac:spMkLst>
            <pc:docMk/>
            <pc:sldMk cId="1475570677" sldId="4408"/>
            <ac:spMk id="6" creationId="{B0D267B5-50EF-4847-B663-61DE78DF9792}"/>
          </ac:spMkLst>
        </pc:spChg>
      </pc:sldChg>
    </pc:docChg>
  </pc:docChgLst>
  <pc:docChgLst>
    <pc:chgData name="Rofiul Hasan" userId="S::rofiul.hasan@timesgroup.com::fbfc0b8b-6514-42de-bf3d-613d9762cbd0" providerId="AD" clId="Web-{977383B8-228F-67DA-BAB2-AB7048F01DDB}"/>
    <pc:docChg chg="delSld modSld modSection">
      <pc:chgData name="Rofiul Hasan" userId="S::rofiul.hasan@timesgroup.com::fbfc0b8b-6514-42de-bf3d-613d9762cbd0" providerId="AD" clId="Web-{977383B8-228F-67DA-BAB2-AB7048F01DDB}" dt="2024-11-08T12:58:37.399" v="85" actId="20577"/>
      <pc:docMkLst>
        <pc:docMk/>
      </pc:docMkLst>
      <pc:sldChg chg="modSp">
        <pc:chgData name="Rofiul Hasan" userId="S::rofiul.hasan@timesgroup.com::fbfc0b8b-6514-42de-bf3d-613d9762cbd0" providerId="AD" clId="Web-{977383B8-228F-67DA-BAB2-AB7048F01DDB}" dt="2024-11-08T12:58:37.399" v="85" actId="20577"/>
        <pc:sldMkLst>
          <pc:docMk/>
          <pc:sldMk cId="555233315" sldId="4563"/>
        </pc:sldMkLst>
      </pc:sldChg>
      <pc:sldChg chg="del">
        <pc:chgData name="Rofiul Hasan" userId="S::rofiul.hasan@timesgroup.com::fbfc0b8b-6514-42de-bf3d-613d9762cbd0" providerId="AD" clId="Web-{977383B8-228F-67DA-BAB2-AB7048F01DDB}" dt="2024-11-08T12:53:35.727" v="0"/>
        <pc:sldMkLst>
          <pc:docMk/>
          <pc:sldMk cId="3960083550" sldId="5054"/>
        </pc:sldMkLst>
      </pc:sldChg>
      <pc:sldChg chg="modSp">
        <pc:chgData name="Rofiul Hasan" userId="S::rofiul.hasan@timesgroup.com::fbfc0b8b-6514-42de-bf3d-613d9762cbd0" providerId="AD" clId="Web-{977383B8-228F-67DA-BAB2-AB7048F01DDB}" dt="2024-11-08T12:54:27.993" v="33" actId="20577"/>
        <pc:sldMkLst>
          <pc:docMk/>
          <pc:sldMk cId="1289910631" sldId="5055"/>
        </pc:sldMkLst>
      </pc:sldChg>
    </pc:docChg>
  </pc:docChgLst>
  <pc:docChgLst>
    <pc:chgData name="Linson V V" userId="075c4cc9-6382-4686-add6-593eb1d48ee5" providerId="ADAL" clId="{F653533F-2594-4EBF-B901-E40A4487128A}"/>
    <pc:docChg chg="undo redo custSel addSld delSld modSld sldOrd modMainMaster addSection delSection modSection">
      <pc:chgData name="Linson V V" userId="075c4cc9-6382-4686-add6-593eb1d48ee5" providerId="ADAL" clId="{F653533F-2594-4EBF-B901-E40A4487128A}" dt="2024-11-12T04:23:26.704" v="4007" actId="20577"/>
      <pc:docMkLst>
        <pc:docMk/>
      </pc:docMkLst>
      <pc:sldChg chg="add del">
        <pc:chgData name="Linson V V" userId="075c4cc9-6382-4686-add6-593eb1d48ee5" providerId="ADAL" clId="{F653533F-2594-4EBF-B901-E40A4487128A}" dt="2024-11-09T13:39:36.108" v="2254" actId="47"/>
        <pc:sldMkLst>
          <pc:docMk/>
          <pc:sldMk cId="663363532" sldId="4376"/>
        </pc:sldMkLst>
      </pc:sldChg>
      <pc:sldChg chg="modSp mod">
        <pc:chgData name="Linson V V" userId="075c4cc9-6382-4686-add6-593eb1d48ee5" providerId="ADAL" clId="{F653533F-2594-4EBF-B901-E40A4487128A}" dt="2024-11-11T12:43:01.332" v="3438" actId="20577"/>
        <pc:sldMkLst>
          <pc:docMk/>
          <pc:sldMk cId="1475570677" sldId="4408"/>
        </pc:sldMkLst>
      </pc:sldChg>
      <pc:sldChg chg="addSp delSp modSp del mod">
        <pc:chgData name="Linson V V" userId="075c4cc9-6382-4686-add6-593eb1d48ee5" providerId="ADAL" clId="{F653533F-2594-4EBF-B901-E40A4487128A}" dt="2024-11-09T13:06:49.871" v="2245" actId="47"/>
        <pc:sldMkLst>
          <pc:docMk/>
          <pc:sldMk cId="3746815371" sldId="4488"/>
        </pc:sldMkLst>
      </pc:sldChg>
      <pc:sldChg chg="addSp modSp del mod">
        <pc:chgData name="Linson V V" userId="075c4cc9-6382-4686-add6-593eb1d48ee5" providerId="ADAL" clId="{F653533F-2594-4EBF-B901-E40A4487128A}" dt="2024-11-07T12:45:48.083" v="1670" actId="47"/>
        <pc:sldMkLst>
          <pc:docMk/>
          <pc:sldMk cId="1582162738" sldId="4493"/>
        </pc:sldMkLst>
      </pc:sldChg>
      <pc:sldChg chg="modSp add del mod ord modClrScheme chgLayout">
        <pc:chgData name="Linson V V" userId="075c4cc9-6382-4686-add6-593eb1d48ee5" providerId="ADAL" clId="{F653533F-2594-4EBF-B901-E40A4487128A}" dt="2024-11-11T13:34:47.988" v="4000"/>
        <pc:sldMkLst>
          <pc:docMk/>
          <pc:sldMk cId="1343996021" sldId="4529"/>
        </pc:sldMkLst>
      </pc:sldChg>
      <pc:sldChg chg="add del">
        <pc:chgData name="Linson V V" userId="075c4cc9-6382-4686-add6-593eb1d48ee5" providerId="ADAL" clId="{F653533F-2594-4EBF-B901-E40A4487128A}" dt="2024-11-11T08:36:22.937" v="3110" actId="47"/>
        <pc:sldMkLst>
          <pc:docMk/>
          <pc:sldMk cId="1270669608" sldId="4540"/>
        </pc:sldMkLst>
      </pc:sldChg>
      <pc:sldChg chg="addSp delSp modSp add del mod">
        <pc:chgData name="Linson V V" userId="075c4cc9-6382-4686-add6-593eb1d48ee5" providerId="ADAL" clId="{F653533F-2594-4EBF-B901-E40A4487128A}" dt="2024-11-11T13:22:22.325" v="3995" actId="20577"/>
        <pc:sldMkLst>
          <pc:docMk/>
          <pc:sldMk cId="555233315" sldId="4563"/>
        </pc:sldMkLst>
      </pc:sldChg>
      <pc:sldChg chg="addSp modSp add del mod">
        <pc:chgData name="Linson V V" userId="075c4cc9-6382-4686-add6-593eb1d48ee5" providerId="ADAL" clId="{F653533F-2594-4EBF-B901-E40A4487128A}" dt="2024-11-07T12:47:49.216" v="1677" actId="47"/>
        <pc:sldMkLst>
          <pc:docMk/>
          <pc:sldMk cId="2196291830" sldId="4616"/>
        </pc:sldMkLst>
      </pc:sldChg>
      <pc:sldChg chg="add del">
        <pc:chgData name="Linson V V" userId="075c4cc9-6382-4686-add6-593eb1d48ee5" providerId="ADAL" clId="{F653533F-2594-4EBF-B901-E40A4487128A}" dt="2024-11-11T08:37:51.810" v="3113"/>
        <pc:sldMkLst>
          <pc:docMk/>
          <pc:sldMk cId="3837581032" sldId="4620"/>
        </pc:sldMkLst>
      </pc:sldChg>
      <pc:sldChg chg="addSp delSp add del mod">
        <pc:chgData name="Linson V V" userId="075c4cc9-6382-4686-add6-593eb1d48ee5" providerId="ADAL" clId="{F653533F-2594-4EBF-B901-E40A4487128A}" dt="2024-11-11T08:37:51.810" v="3113"/>
        <pc:sldMkLst>
          <pc:docMk/>
          <pc:sldMk cId="2955553980" sldId="4629"/>
        </pc:sldMkLst>
      </pc:sldChg>
      <pc:sldChg chg="addSp delSp add del mod">
        <pc:chgData name="Linson V V" userId="075c4cc9-6382-4686-add6-593eb1d48ee5" providerId="ADAL" clId="{F653533F-2594-4EBF-B901-E40A4487128A}" dt="2024-11-11T08:36:22.937" v="3110" actId="47"/>
        <pc:sldMkLst>
          <pc:docMk/>
          <pc:sldMk cId="697348779" sldId="4631"/>
        </pc:sldMkLst>
      </pc:sldChg>
      <pc:sldChg chg="add del">
        <pc:chgData name="Linson V V" userId="075c4cc9-6382-4686-add6-593eb1d48ee5" providerId="ADAL" clId="{F653533F-2594-4EBF-B901-E40A4487128A}" dt="2024-11-11T13:34:47.988" v="4000"/>
        <pc:sldMkLst>
          <pc:docMk/>
          <pc:sldMk cId="1106847150" sldId="4717"/>
        </pc:sldMkLst>
      </pc:sldChg>
      <pc:sldChg chg="del">
        <pc:chgData name="Linson V V" userId="075c4cc9-6382-4686-add6-593eb1d48ee5" providerId="ADAL" clId="{F653533F-2594-4EBF-B901-E40A4487128A}" dt="2024-11-11T12:17:30.929" v="3427" actId="47"/>
        <pc:sldMkLst>
          <pc:docMk/>
          <pc:sldMk cId="3728525067" sldId="4718"/>
        </pc:sldMkLst>
      </pc:sldChg>
      <pc:sldChg chg="add del">
        <pc:chgData name="Linson V V" userId="075c4cc9-6382-4686-add6-593eb1d48ee5" providerId="ADAL" clId="{F653533F-2594-4EBF-B901-E40A4487128A}" dt="2024-11-11T08:36:22.937" v="3110" actId="47"/>
        <pc:sldMkLst>
          <pc:docMk/>
          <pc:sldMk cId="4150818145" sldId="4722"/>
        </pc:sldMkLst>
      </pc:sldChg>
      <pc:sldChg chg="addSp delSp modSp add del mod">
        <pc:chgData name="Linson V V" userId="075c4cc9-6382-4686-add6-593eb1d48ee5" providerId="ADAL" clId="{F653533F-2594-4EBF-B901-E40A4487128A}" dt="2024-11-11T13:18:05.674" v="3979" actId="1035"/>
        <pc:sldMkLst>
          <pc:docMk/>
          <pc:sldMk cId="2198960753" sldId="4727"/>
        </pc:sldMkLst>
      </pc:sldChg>
      <pc:sldChg chg="add del">
        <pc:chgData name="Linson V V" userId="075c4cc9-6382-4686-add6-593eb1d48ee5" providerId="ADAL" clId="{F653533F-2594-4EBF-B901-E40A4487128A}" dt="2024-11-11T13:34:47.988" v="4000"/>
        <pc:sldMkLst>
          <pc:docMk/>
          <pc:sldMk cId="3809578438" sldId="4728"/>
        </pc:sldMkLst>
      </pc:sldChg>
      <pc:sldChg chg="modSp mod chgLayout">
        <pc:chgData name="Linson V V" userId="075c4cc9-6382-4686-add6-593eb1d48ee5" providerId="ADAL" clId="{F653533F-2594-4EBF-B901-E40A4487128A}" dt="2024-11-07T08:25:53.614" v="72" actId="700"/>
        <pc:sldMkLst>
          <pc:docMk/>
          <pc:sldMk cId="1785527604" sldId="4735"/>
        </pc:sldMkLst>
      </pc:sldChg>
      <pc:sldChg chg="addSp modSp del">
        <pc:chgData name="Linson V V" userId="075c4cc9-6382-4686-add6-593eb1d48ee5" providerId="ADAL" clId="{F653533F-2594-4EBF-B901-E40A4487128A}" dt="2024-11-07T13:14:01.217" v="1752" actId="47"/>
        <pc:sldMkLst>
          <pc:docMk/>
          <pc:sldMk cId="2518925796" sldId="4737"/>
        </pc:sldMkLst>
      </pc:sldChg>
      <pc:sldChg chg="addSp modSp mod">
        <pc:chgData name="Linson V V" userId="075c4cc9-6382-4686-add6-593eb1d48ee5" providerId="ADAL" clId="{F653533F-2594-4EBF-B901-E40A4487128A}" dt="2024-11-08T09:21:45.208" v="1973" actId="9405"/>
        <pc:sldMkLst>
          <pc:docMk/>
          <pc:sldMk cId="1812112369" sldId="4742"/>
        </pc:sldMkLst>
      </pc:sldChg>
      <pc:sldChg chg="del">
        <pc:chgData name="Linson V V" userId="075c4cc9-6382-4686-add6-593eb1d48ee5" providerId="ADAL" clId="{F653533F-2594-4EBF-B901-E40A4487128A}" dt="2024-11-09T13:06:36.319" v="2242" actId="47"/>
        <pc:sldMkLst>
          <pc:docMk/>
          <pc:sldMk cId="1106826634" sldId="4744"/>
        </pc:sldMkLst>
      </pc:sldChg>
      <pc:sldChg chg="modSp add del mod modClrScheme chgLayout">
        <pc:chgData name="Linson V V" userId="075c4cc9-6382-4686-add6-593eb1d48ee5" providerId="ADAL" clId="{F653533F-2594-4EBF-B901-E40A4487128A}" dt="2024-11-11T08:36:22.937" v="3110" actId="47"/>
        <pc:sldMkLst>
          <pc:docMk/>
          <pc:sldMk cId="3577560917" sldId="4745"/>
        </pc:sldMkLst>
      </pc:sldChg>
      <pc:sldChg chg="addSp delSp modSp mod">
        <pc:chgData name="Linson V V" userId="075c4cc9-6382-4686-add6-593eb1d48ee5" providerId="ADAL" clId="{F653533F-2594-4EBF-B901-E40A4487128A}" dt="2024-11-07T11:08:32.642" v="1659" actId="1076"/>
        <pc:sldMkLst>
          <pc:docMk/>
          <pc:sldMk cId="402908535" sldId="4746"/>
        </pc:sldMkLst>
      </pc:sldChg>
      <pc:sldChg chg="addSp delSp modSp mod ord">
        <pc:chgData name="Linson V V" userId="075c4cc9-6382-4686-add6-593eb1d48ee5" providerId="ADAL" clId="{F653533F-2594-4EBF-B901-E40A4487128A}" dt="2024-11-11T13:11:41.225" v="3876" actId="20577"/>
        <pc:sldMkLst>
          <pc:docMk/>
          <pc:sldMk cId="3492025630" sldId="4748"/>
        </pc:sldMkLst>
      </pc:sldChg>
      <pc:sldChg chg="add del">
        <pc:chgData name="Linson V V" userId="075c4cc9-6382-4686-add6-593eb1d48ee5" providerId="ADAL" clId="{F653533F-2594-4EBF-B901-E40A4487128A}" dt="2024-11-11T08:37:51.810" v="3113"/>
        <pc:sldMkLst>
          <pc:docMk/>
          <pc:sldMk cId="4161870532" sldId="4749"/>
        </pc:sldMkLst>
      </pc:sldChg>
      <pc:sldChg chg="add del">
        <pc:chgData name="Linson V V" userId="075c4cc9-6382-4686-add6-593eb1d48ee5" providerId="ADAL" clId="{F653533F-2594-4EBF-B901-E40A4487128A}" dt="2024-11-09T13:39:36.108" v="2254" actId="47"/>
        <pc:sldMkLst>
          <pc:docMk/>
          <pc:sldMk cId="1279134089" sldId="4751"/>
        </pc:sldMkLst>
      </pc:sldChg>
      <pc:sldChg chg="addSp delSp modSp add del mod modClrScheme chgLayout">
        <pc:chgData name="Linson V V" userId="075c4cc9-6382-4686-add6-593eb1d48ee5" providerId="ADAL" clId="{F653533F-2594-4EBF-B901-E40A4487128A}" dt="2024-11-11T12:49:14.253" v="3506" actId="20577"/>
        <pc:sldMkLst>
          <pc:docMk/>
          <pc:sldMk cId="3911173230" sldId="4752"/>
        </pc:sldMkLst>
      </pc:sldChg>
      <pc:sldChg chg="addSp delSp modSp add del mod ord modClrScheme addCm delCm chgLayout">
        <pc:chgData name="Linson V V" userId="075c4cc9-6382-4686-add6-593eb1d48ee5" providerId="ADAL" clId="{F653533F-2594-4EBF-B901-E40A4487128A}" dt="2024-11-11T13:09:10.167" v="3862" actId="47"/>
        <pc:sldMkLst>
          <pc:docMk/>
          <pc:sldMk cId="692127034" sldId="4753"/>
        </pc:sldMkLst>
      </pc:sldChg>
      <pc:sldChg chg="addSp delSp modSp del mod modClrScheme chgLayout">
        <pc:chgData name="Linson V V" userId="075c4cc9-6382-4686-add6-593eb1d48ee5" providerId="ADAL" clId="{F653533F-2594-4EBF-B901-E40A4487128A}" dt="2024-11-07T10:20:12.572" v="979" actId="47"/>
        <pc:sldMkLst>
          <pc:docMk/>
          <pc:sldMk cId="1486644369" sldId="4754"/>
        </pc:sldMkLst>
      </pc:sldChg>
      <pc:sldChg chg="modSp del mod modClrScheme chgLayout">
        <pc:chgData name="Linson V V" userId="075c4cc9-6382-4686-add6-593eb1d48ee5" providerId="ADAL" clId="{F653533F-2594-4EBF-B901-E40A4487128A}" dt="2024-11-07T09:27:14.204" v="433" actId="47"/>
        <pc:sldMkLst>
          <pc:docMk/>
          <pc:sldMk cId="1010405959" sldId="4755"/>
        </pc:sldMkLst>
      </pc:sldChg>
      <pc:sldChg chg="modSp del mod modClrScheme chgLayout">
        <pc:chgData name="Linson V V" userId="075c4cc9-6382-4686-add6-593eb1d48ee5" providerId="ADAL" clId="{F653533F-2594-4EBF-B901-E40A4487128A}" dt="2024-11-07T09:59:06.588" v="723" actId="47"/>
        <pc:sldMkLst>
          <pc:docMk/>
          <pc:sldMk cId="752379541" sldId="4756"/>
        </pc:sldMkLst>
      </pc:sldChg>
      <pc:sldChg chg="modSp del mod modClrScheme chgLayout">
        <pc:chgData name="Linson V V" userId="075c4cc9-6382-4686-add6-593eb1d48ee5" providerId="ADAL" clId="{F653533F-2594-4EBF-B901-E40A4487128A}" dt="2024-11-07T10:02:15.359" v="756" actId="47"/>
        <pc:sldMkLst>
          <pc:docMk/>
          <pc:sldMk cId="1915031083" sldId="4757"/>
        </pc:sldMkLst>
      </pc:sldChg>
      <pc:sldChg chg="addSp modSp del mod modClrScheme chgLayout">
        <pc:chgData name="Linson V V" userId="075c4cc9-6382-4686-add6-593eb1d48ee5" providerId="ADAL" clId="{F653533F-2594-4EBF-B901-E40A4487128A}" dt="2024-11-07T10:15:49.503" v="931" actId="47"/>
        <pc:sldMkLst>
          <pc:docMk/>
          <pc:sldMk cId="3184473441" sldId="4758"/>
        </pc:sldMkLst>
      </pc:sldChg>
      <pc:sldChg chg="add del">
        <pc:chgData name="Linson V V" userId="075c4cc9-6382-4686-add6-593eb1d48ee5" providerId="ADAL" clId="{F653533F-2594-4EBF-B901-E40A4487128A}" dt="2024-11-11T13:34:47.988" v="4000"/>
        <pc:sldMkLst>
          <pc:docMk/>
          <pc:sldMk cId="1200656161" sldId="4760"/>
        </pc:sldMkLst>
      </pc:sldChg>
      <pc:sldChg chg="modSp add mod modClrScheme chgLayout">
        <pc:chgData name="Linson V V" userId="075c4cc9-6382-4686-add6-593eb1d48ee5" providerId="ADAL" clId="{F653533F-2594-4EBF-B901-E40A4487128A}" dt="2024-11-09T13:08:56.376" v="2248" actId="20577"/>
        <pc:sldMkLst>
          <pc:docMk/>
          <pc:sldMk cId="1067669698" sldId="4761"/>
        </pc:sldMkLst>
      </pc:sldChg>
      <pc:sldChg chg="addSp delSp modSp add del mod">
        <pc:chgData name="Linson V V" userId="075c4cc9-6382-4686-add6-593eb1d48ee5" providerId="ADAL" clId="{F653533F-2594-4EBF-B901-E40A4487128A}" dt="2024-11-11T13:34:47.988" v="4000"/>
        <pc:sldMkLst>
          <pc:docMk/>
          <pc:sldMk cId="2002308485" sldId="4823"/>
        </pc:sldMkLst>
      </pc:sldChg>
      <pc:sldChg chg="add del ord">
        <pc:chgData name="Linson V V" userId="075c4cc9-6382-4686-add6-593eb1d48ee5" providerId="ADAL" clId="{F653533F-2594-4EBF-B901-E40A4487128A}" dt="2024-11-11T13:34:47.988" v="4000"/>
        <pc:sldMkLst>
          <pc:docMk/>
          <pc:sldMk cId="1464542432" sldId="4824"/>
        </pc:sldMkLst>
      </pc:sldChg>
      <pc:sldChg chg="add del">
        <pc:chgData name="Linson V V" userId="075c4cc9-6382-4686-add6-593eb1d48ee5" providerId="ADAL" clId="{F653533F-2594-4EBF-B901-E40A4487128A}" dt="2024-11-11T13:34:47.988" v="4000"/>
        <pc:sldMkLst>
          <pc:docMk/>
          <pc:sldMk cId="1912181409" sldId="4826"/>
        </pc:sldMkLst>
      </pc:sldChg>
      <pc:sldChg chg="add del">
        <pc:chgData name="Linson V V" userId="075c4cc9-6382-4686-add6-593eb1d48ee5" providerId="ADAL" clId="{F653533F-2594-4EBF-B901-E40A4487128A}" dt="2024-11-11T13:34:47.988" v="4000"/>
        <pc:sldMkLst>
          <pc:docMk/>
          <pc:sldMk cId="2027090478" sldId="4836"/>
        </pc:sldMkLst>
      </pc:sldChg>
      <pc:sldChg chg="add del">
        <pc:chgData name="Linson V V" userId="075c4cc9-6382-4686-add6-593eb1d48ee5" providerId="ADAL" clId="{F653533F-2594-4EBF-B901-E40A4487128A}" dt="2024-11-11T13:34:47.988" v="4000"/>
        <pc:sldMkLst>
          <pc:docMk/>
          <pc:sldMk cId="4191331967" sldId="4843"/>
        </pc:sldMkLst>
      </pc:sldChg>
      <pc:sldChg chg="add del">
        <pc:chgData name="Linson V V" userId="075c4cc9-6382-4686-add6-593eb1d48ee5" providerId="ADAL" clId="{F653533F-2594-4EBF-B901-E40A4487128A}" dt="2024-11-11T13:34:47.988" v="4000"/>
        <pc:sldMkLst>
          <pc:docMk/>
          <pc:sldMk cId="1926970232" sldId="4847"/>
        </pc:sldMkLst>
      </pc:sldChg>
      <pc:sldChg chg="add del">
        <pc:chgData name="Linson V V" userId="075c4cc9-6382-4686-add6-593eb1d48ee5" providerId="ADAL" clId="{F653533F-2594-4EBF-B901-E40A4487128A}" dt="2024-11-11T13:34:47.988" v="4000"/>
        <pc:sldMkLst>
          <pc:docMk/>
          <pc:sldMk cId="2010592123" sldId="4852"/>
        </pc:sldMkLst>
      </pc:sldChg>
      <pc:sldChg chg="add del">
        <pc:chgData name="Linson V V" userId="075c4cc9-6382-4686-add6-593eb1d48ee5" providerId="ADAL" clId="{F653533F-2594-4EBF-B901-E40A4487128A}" dt="2024-11-11T13:34:47.988" v="4000"/>
        <pc:sldMkLst>
          <pc:docMk/>
          <pc:sldMk cId="2058099133" sldId="4858"/>
        </pc:sldMkLst>
      </pc:sldChg>
      <pc:sldChg chg="add del">
        <pc:chgData name="Linson V V" userId="075c4cc9-6382-4686-add6-593eb1d48ee5" providerId="ADAL" clId="{F653533F-2594-4EBF-B901-E40A4487128A}" dt="2024-11-11T08:36:22.937" v="3110" actId="47"/>
        <pc:sldMkLst>
          <pc:docMk/>
          <pc:sldMk cId="2121157991" sldId="4860"/>
        </pc:sldMkLst>
      </pc:sldChg>
      <pc:sldChg chg="add del">
        <pc:chgData name="Linson V V" userId="075c4cc9-6382-4686-add6-593eb1d48ee5" providerId="ADAL" clId="{F653533F-2594-4EBF-B901-E40A4487128A}" dt="2024-11-11T13:34:47.988" v="4000"/>
        <pc:sldMkLst>
          <pc:docMk/>
          <pc:sldMk cId="270853132" sldId="4861"/>
        </pc:sldMkLst>
      </pc:sldChg>
      <pc:sldChg chg="modSp add del mod modClrScheme chgLayout">
        <pc:chgData name="Linson V V" userId="075c4cc9-6382-4686-add6-593eb1d48ee5" providerId="ADAL" clId="{F653533F-2594-4EBF-B901-E40A4487128A}" dt="2024-11-11T08:36:22.937" v="3110" actId="47"/>
        <pc:sldMkLst>
          <pc:docMk/>
          <pc:sldMk cId="3542463857" sldId="4883"/>
        </pc:sldMkLst>
      </pc:sldChg>
      <pc:sldChg chg="modSp add del mod modClrScheme chgLayout">
        <pc:chgData name="Linson V V" userId="075c4cc9-6382-4686-add6-593eb1d48ee5" providerId="ADAL" clId="{F653533F-2594-4EBF-B901-E40A4487128A}" dt="2024-11-11T13:34:47.988" v="4000"/>
        <pc:sldMkLst>
          <pc:docMk/>
          <pc:sldMk cId="55266863" sldId="4885"/>
        </pc:sldMkLst>
      </pc:sldChg>
      <pc:sldChg chg="add del">
        <pc:chgData name="Linson V V" userId="075c4cc9-6382-4686-add6-593eb1d48ee5" providerId="ADAL" clId="{F653533F-2594-4EBF-B901-E40A4487128A}" dt="2024-11-11T13:34:47.988" v="4000"/>
        <pc:sldMkLst>
          <pc:docMk/>
          <pc:sldMk cId="1225896893" sldId="4929"/>
        </pc:sldMkLst>
      </pc:sldChg>
      <pc:sldChg chg="add del">
        <pc:chgData name="Linson V V" userId="075c4cc9-6382-4686-add6-593eb1d48ee5" providerId="ADAL" clId="{F653533F-2594-4EBF-B901-E40A4487128A}" dt="2024-11-11T13:34:47.988" v="4000"/>
        <pc:sldMkLst>
          <pc:docMk/>
          <pc:sldMk cId="3754344025" sldId="4943"/>
        </pc:sldMkLst>
      </pc:sldChg>
      <pc:sldChg chg="delSp modSp add del mod">
        <pc:chgData name="Linson V V" userId="075c4cc9-6382-4686-add6-593eb1d48ee5" providerId="ADAL" clId="{F653533F-2594-4EBF-B901-E40A4487128A}" dt="2024-11-11T13:36:50.020" v="4005" actId="478"/>
        <pc:sldMkLst>
          <pc:docMk/>
          <pc:sldMk cId="1014342432" sldId="4961"/>
        </pc:sldMkLst>
      </pc:sldChg>
      <pc:sldChg chg="add">
        <pc:chgData name="Linson V V" userId="075c4cc9-6382-4686-add6-593eb1d48ee5" providerId="ADAL" clId="{F653533F-2594-4EBF-B901-E40A4487128A}" dt="2024-11-11T08:37:51.810" v="3113"/>
        <pc:sldMkLst>
          <pc:docMk/>
          <pc:sldMk cId="1719043419" sldId="4963"/>
        </pc:sldMkLst>
      </pc:sldChg>
      <pc:sldChg chg="modSp add del mod">
        <pc:chgData name="Linson V V" userId="075c4cc9-6382-4686-add6-593eb1d48ee5" providerId="ADAL" clId="{F653533F-2594-4EBF-B901-E40A4487128A}" dt="2024-11-11T08:36:22.937" v="3110" actId="47"/>
        <pc:sldMkLst>
          <pc:docMk/>
          <pc:sldMk cId="2194504243" sldId="4963"/>
        </pc:sldMkLst>
      </pc:sldChg>
      <pc:sldChg chg="modSp add del mod ord modClrScheme chgLayout">
        <pc:chgData name="Linson V V" userId="075c4cc9-6382-4686-add6-593eb1d48ee5" providerId="ADAL" clId="{F653533F-2594-4EBF-B901-E40A4487128A}" dt="2024-11-11T13:34:47.988" v="4000"/>
        <pc:sldMkLst>
          <pc:docMk/>
          <pc:sldMk cId="1813262720" sldId="4968"/>
        </pc:sldMkLst>
      </pc:sldChg>
      <pc:sldChg chg="add del">
        <pc:chgData name="Linson V V" userId="075c4cc9-6382-4686-add6-593eb1d48ee5" providerId="ADAL" clId="{F653533F-2594-4EBF-B901-E40A4487128A}" dt="2024-11-11T08:36:22.937" v="3110" actId="47"/>
        <pc:sldMkLst>
          <pc:docMk/>
          <pc:sldMk cId="1785527604" sldId="4970"/>
        </pc:sldMkLst>
      </pc:sldChg>
      <pc:sldChg chg="modSp add del mod modClrScheme chgLayout">
        <pc:chgData name="Linson V V" userId="075c4cc9-6382-4686-add6-593eb1d48ee5" providerId="ADAL" clId="{F653533F-2594-4EBF-B901-E40A4487128A}" dt="2024-11-11T08:36:22.937" v="3110" actId="47"/>
        <pc:sldMkLst>
          <pc:docMk/>
          <pc:sldMk cId="2901709223" sldId="4973"/>
        </pc:sldMkLst>
      </pc:sldChg>
      <pc:sldChg chg="addSp modSp add del mod">
        <pc:chgData name="Linson V V" userId="075c4cc9-6382-4686-add6-593eb1d48ee5" providerId="ADAL" clId="{F653533F-2594-4EBF-B901-E40A4487128A}" dt="2024-11-11T08:36:22.937" v="3110" actId="47"/>
        <pc:sldMkLst>
          <pc:docMk/>
          <pc:sldMk cId="2755080393" sldId="4974"/>
        </pc:sldMkLst>
      </pc:sldChg>
      <pc:sldChg chg="modSp add del mod modClrScheme chgLayout">
        <pc:chgData name="Linson V V" userId="075c4cc9-6382-4686-add6-593eb1d48ee5" providerId="ADAL" clId="{F653533F-2594-4EBF-B901-E40A4487128A}" dt="2024-11-11T13:34:47.988" v="4000"/>
        <pc:sldMkLst>
          <pc:docMk/>
          <pc:sldMk cId="3172044870" sldId="4976"/>
        </pc:sldMkLst>
      </pc:sldChg>
      <pc:sldChg chg="add del">
        <pc:chgData name="Linson V V" userId="075c4cc9-6382-4686-add6-593eb1d48ee5" providerId="ADAL" clId="{F653533F-2594-4EBF-B901-E40A4487128A}" dt="2024-11-11T13:34:47.988" v="4000"/>
        <pc:sldMkLst>
          <pc:docMk/>
          <pc:sldMk cId="2590893604" sldId="4984"/>
        </pc:sldMkLst>
      </pc:sldChg>
      <pc:sldChg chg="modSp add del mod ord modClrScheme chgLayout">
        <pc:chgData name="Linson V V" userId="075c4cc9-6382-4686-add6-593eb1d48ee5" providerId="ADAL" clId="{F653533F-2594-4EBF-B901-E40A4487128A}" dt="2024-11-11T08:36:22.937" v="3110" actId="47"/>
        <pc:sldMkLst>
          <pc:docMk/>
          <pc:sldMk cId="1437782316" sldId="4987"/>
        </pc:sldMkLst>
      </pc:sldChg>
      <pc:sldChg chg="add del">
        <pc:chgData name="Linson V V" userId="075c4cc9-6382-4686-add6-593eb1d48ee5" providerId="ADAL" clId="{F653533F-2594-4EBF-B901-E40A4487128A}" dt="2024-11-11T13:34:47.988" v="4000"/>
        <pc:sldMkLst>
          <pc:docMk/>
          <pc:sldMk cId="2075267224" sldId="4990"/>
        </pc:sldMkLst>
      </pc:sldChg>
      <pc:sldChg chg="addSp modSp add del mod">
        <pc:chgData name="Linson V V" userId="075c4cc9-6382-4686-add6-593eb1d48ee5" providerId="ADAL" clId="{F653533F-2594-4EBF-B901-E40A4487128A}" dt="2024-11-11T13:34:47.988" v="4000"/>
        <pc:sldMkLst>
          <pc:docMk/>
          <pc:sldMk cId="2015180156" sldId="5002"/>
        </pc:sldMkLst>
      </pc:sldChg>
      <pc:sldChg chg="addSp modSp add del mod ord modClrScheme chgLayout">
        <pc:chgData name="Linson V V" userId="075c4cc9-6382-4686-add6-593eb1d48ee5" providerId="ADAL" clId="{F653533F-2594-4EBF-B901-E40A4487128A}" dt="2024-11-11T13:34:47.988" v="4000"/>
        <pc:sldMkLst>
          <pc:docMk/>
          <pc:sldMk cId="2108132707" sldId="5008"/>
        </pc:sldMkLst>
      </pc:sldChg>
      <pc:sldChg chg="add del">
        <pc:chgData name="Linson V V" userId="075c4cc9-6382-4686-add6-593eb1d48ee5" providerId="ADAL" clId="{F653533F-2594-4EBF-B901-E40A4487128A}" dt="2024-11-07T13:17:20.554" v="1816" actId="47"/>
        <pc:sldMkLst>
          <pc:docMk/>
          <pc:sldMk cId="1208853609" sldId="5011"/>
        </pc:sldMkLst>
      </pc:sldChg>
      <pc:sldChg chg="add del">
        <pc:chgData name="Linson V V" userId="075c4cc9-6382-4686-add6-593eb1d48ee5" providerId="ADAL" clId="{F653533F-2594-4EBF-B901-E40A4487128A}" dt="2024-11-11T08:36:22.937" v="3110" actId="47"/>
        <pc:sldMkLst>
          <pc:docMk/>
          <pc:sldMk cId="757009789" sldId="5012"/>
        </pc:sldMkLst>
      </pc:sldChg>
      <pc:sldChg chg="add del">
        <pc:chgData name="Linson V V" userId="075c4cc9-6382-4686-add6-593eb1d48ee5" providerId="ADAL" clId="{F653533F-2594-4EBF-B901-E40A4487128A}" dt="2024-11-11T13:34:47.988" v="4000"/>
        <pc:sldMkLst>
          <pc:docMk/>
          <pc:sldMk cId="4107459264" sldId="5013"/>
        </pc:sldMkLst>
      </pc:sldChg>
      <pc:sldChg chg="modSp add del mod modClrScheme chgLayout">
        <pc:chgData name="Linson V V" userId="075c4cc9-6382-4686-add6-593eb1d48ee5" providerId="ADAL" clId="{F653533F-2594-4EBF-B901-E40A4487128A}" dt="2024-11-10T04:24:28.346" v="2983" actId="700"/>
        <pc:sldMkLst>
          <pc:docMk/>
          <pc:sldMk cId="1565954220" sldId="5014"/>
        </pc:sldMkLst>
      </pc:sldChg>
      <pc:sldChg chg="add del">
        <pc:chgData name="Linson V V" userId="075c4cc9-6382-4686-add6-593eb1d48ee5" providerId="ADAL" clId="{F653533F-2594-4EBF-B901-E40A4487128A}" dt="2024-11-11T08:36:22.937" v="3110" actId="47"/>
        <pc:sldMkLst>
          <pc:docMk/>
          <pc:sldMk cId="1987590867" sldId="5017"/>
        </pc:sldMkLst>
      </pc:sldChg>
      <pc:sldChg chg="add del">
        <pc:chgData name="Linson V V" userId="075c4cc9-6382-4686-add6-593eb1d48ee5" providerId="ADAL" clId="{F653533F-2594-4EBF-B901-E40A4487128A}" dt="2024-11-11T08:36:22.937" v="3110" actId="47"/>
        <pc:sldMkLst>
          <pc:docMk/>
          <pc:sldMk cId="2550330516" sldId="5024"/>
        </pc:sldMkLst>
      </pc:sldChg>
      <pc:sldChg chg="add del">
        <pc:chgData name="Linson V V" userId="075c4cc9-6382-4686-add6-593eb1d48ee5" providerId="ADAL" clId="{F653533F-2594-4EBF-B901-E40A4487128A}" dt="2024-11-11T08:36:22.937" v="3110" actId="47"/>
        <pc:sldMkLst>
          <pc:docMk/>
          <pc:sldMk cId="2466959063" sldId="5025"/>
        </pc:sldMkLst>
      </pc:sldChg>
      <pc:sldChg chg="add del">
        <pc:chgData name="Linson V V" userId="075c4cc9-6382-4686-add6-593eb1d48ee5" providerId="ADAL" clId="{F653533F-2594-4EBF-B901-E40A4487128A}" dt="2024-11-07T14:02:59.643" v="1894" actId="47"/>
        <pc:sldMkLst>
          <pc:docMk/>
          <pc:sldMk cId="3910705799" sldId="5026"/>
        </pc:sldMkLst>
      </pc:sldChg>
      <pc:sldChg chg="modSp add del mod ord modClrScheme chgLayout">
        <pc:chgData name="Linson V V" userId="075c4cc9-6382-4686-add6-593eb1d48ee5" providerId="ADAL" clId="{F653533F-2594-4EBF-B901-E40A4487128A}" dt="2024-11-11T13:34:47.988" v="4000"/>
        <pc:sldMkLst>
          <pc:docMk/>
          <pc:sldMk cId="2019337683" sldId="5027"/>
        </pc:sldMkLst>
      </pc:sldChg>
      <pc:sldChg chg="addSp modSp add del mod">
        <pc:chgData name="Linson V V" userId="075c4cc9-6382-4686-add6-593eb1d48ee5" providerId="ADAL" clId="{F653533F-2594-4EBF-B901-E40A4487128A}" dt="2024-11-07T12:48:23.372" v="1680" actId="2696"/>
        <pc:sldMkLst>
          <pc:docMk/>
          <pc:sldMk cId="2224092932" sldId="5034"/>
        </pc:sldMkLst>
      </pc:sldChg>
      <pc:sldChg chg="add del">
        <pc:chgData name="Linson V V" userId="075c4cc9-6382-4686-add6-593eb1d48ee5" providerId="ADAL" clId="{F653533F-2594-4EBF-B901-E40A4487128A}" dt="2024-11-07T13:14:35.359" v="1754" actId="47"/>
        <pc:sldMkLst>
          <pc:docMk/>
          <pc:sldMk cId="3843442298" sldId="5034"/>
        </pc:sldMkLst>
      </pc:sldChg>
      <pc:sldChg chg="add del">
        <pc:chgData name="Linson V V" userId="075c4cc9-6382-4686-add6-593eb1d48ee5" providerId="ADAL" clId="{F653533F-2594-4EBF-B901-E40A4487128A}" dt="2024-11-11T08:36:22.937" v="3110" actId="47"/>
        <pc:sldMkLst>
          <pc:docMk/>
          <pc:sldMk cId="813931060" sldId="5035"/>
        </pc:sldMkLst>
      </pc:sldChg>
      <pc:sldChg chg="add del">
        <pc:chgData name="Linson V V" userId="075c4cc9-6382-4686-add6-593eb1d48ee5" providerId="ADAL" clId="{F653533F-2594-4EBF-B901-E40A4487128A}" dt="2024-11-07T12:47:49.216" v="1677" actId="47"/>
        <pc:sldMkLst>
          <pc:docMk/>
          <pc:sldMk cId="1343996021" sldId="5037"/>
        </pc:sldMkLst>
      </pc:sldChg>
      <pc:sldChg chg="addSp mod">
        <pc:chgData name="Linson V V" userId="075c4cc9-6382-4686-add6-593eb1d48ee5" providerId="ADAL" clId="{F653533F-2594-4EBF-B901-E40A4487128A}" dt="2024-11-08T09:21:46.057" v="1974" actId="9405"/>
        <pc:sldMkLst>
          <pc:docMk/>
          <pc:sldMk cId="2687591957" sldId="5038"/>
        </pc:sldMkLst>
      </pc:sldChg>
      <pc:sldChg chg="add del">
        <pc:chgData name="Linson V V" userId="075c4cc9-6382-4686-add6-593eb1d48ee5" providerId="ADAL" clId="{F653533F-2594-4EBF-B901-E40A4487128A}" dt="2024-11-11T13:34:47.988" v="4000"/>
        <pc:sldMkLst>
          <pc:docMk/>
          <pc:sldMk cId="3109159187" sldId="5038"/>
        </pc:sldMkLst>
      </pc:sldChg>
      <pc:sldChg chg="add del">
        <pc:chgData name="Linson V V" userId="075c4cc9-6382-4686-add6-593eb1d48ee5" providerId="ADAL" clId="{F653533F-2594-4EBF-B901-E40A4487128A}" dt="2024-11-11T13:34:47.988" v="4000"/>
        <pc:sldMkLst>
          <pc:docMk/>
          <pc:sldMk cId="1683384311" sldId="5039"/>
        </pc:sldMkLst>
      </pc:sldChg>
      <pc:sldChg chg="addSp mod">
        <pc:chgData name="Linson V V" userId="075c4cc9-6382-4686-add6-593eb1d48ee5" providerId="ADAL" clId="{F653533F-2594-4EBF-B901-E40A4487128A}" dt="2024-11-08T09:21:46.875" v="1975" actId="9405"/>
        <pc:sldMkLst>
          <pc:docMk/>
          <pc:sldMk cId="3523664457" sldId="5039"/>
        </pc:sldMkLst>
      </pc:sldChg>
      <pc:sldChg chg="delSp add del mod">
        <pc:chgData name="Linson V V" userId="075c4cc9-6382-4686-add6-593eb1d48ee5" providerId="ADAL" clId="{F653533F-2594-4EBF-B901-E40A4487128A}" dt="2024-11-11T13:34:47.988" v="4000"/>
        <pc:sldMkLst>
          <pc:docMk/>
          <pc:sldMk cId="2278775205" sldId="5040"/>
        </pc:sldMkLst>
      </pc:sldChg>
      <pc:sldChg chg="addSp delSp modSp mod modClrScheme chgLayout">
        <pc:chgData name="Linson V V" userId="075c4cc9-6382-4686-add6-593eb1d48ee5" providerId="ADAL" clId="{F653533F-2594-4EBF-B901-E40A4487128A}" dt="2024-11-08T05:15:01.269" v="1952" actId="1582"/>
        <pc:sldMkLst>
          <pc:docMk/>
          <pc:sldMk cId="1401290587" sldId="5041"/>
        </pc:sldMkLst>
      </pc:sldChg>
      <pc:sldChg chg="add del">
        <pc:chgData name="Linson V V" userId="075c4cc9-6382-4686-add6-593eb1d48ee5" providerId="ADAL" clId="{F653533F-2594-4EBF-B901-E40A4487128A}" dt="2024-11-07T13:17:20.554" v="1816" actId="47"/>
        <pc:sldMkLst>
          <pc:docMk/>
          <pc:sldMk cId="805615546" sldId="5042"/>
        </pc:sldMkLst>
      </pc:sldChg>
      <pc:sldChg chg="modSp add del mod ord modClrScheme delCm modCm chgLayout">
        <pc:chgData name="Linson V V" userId="075c4cc9-6382-4686-add6-593eb1d48ee5" providerId="ADAL" clId="{F653533F-2594-4EBF-B901-E40A4487128A}" dt="2024-11-11T13:34:47.988" v="4000"/>
        <pc:sldMkLst>
          <pc:docMk/>
          <pc:sldMk cId="1504348582" sldId="5046"/>
        </pc:sldMkLst>
      </pc:sldChg>
      <pc:sldChg chg="modSp add del mod ord modClrScheme chgLayout">
        <pc:chgData name="Linson V V" userId="075c4cc9-6382-4686-add6-593eb1d48ee5" providerId="ADAL" clId="{F653533F-2594-4EBF-B901-E40A4487128A}" dt="2024-11-11T08:36:22.937" v="3110" actId="47"/>
        <pc:sldMkLst>
          <pc:docMk/>
          <pc:sldMk cId="2609207357" sldId="5047"/>
        </pc:sldMkLst>
      </pc:sldChg>
      <pc:sldChg chg="modSp mod chgLayout">
        <pc:chgData name="Linson V V" userId="075c4cc9-6382-4686-add6-593eb1d48ee5" providerId="ADAL" clId="{F653533F-2594-4EBF-B901-E40A4487128A}" dt="2024-11-07T08:25:53.614" v="72" actId="700"/>
        <pc:sldMkLst>
          <pc:docMk/>
          <pc:sldMk cId="3981122268" sldId="5047"/>
        </pc:sldMkLst>
      </pc:sldChg>
      <pc:sldChg chg="modSp add del mod">
        <pc:chgData name="Linson V V" userId="075c4cc9-6382-4686-add6-593eb1d48ee5" providerId="ADAL" clId="{F653533F-2594-4EBF-B901-E40A4487128A}" dt="2024-11-07T09:21:35.845" v="352" actId="47"/>
        <pc:sldMkLst>
          <pc:docMk/>
          <pc:sldMk cId="189768007" sldId="5048"/>
        </pc:sldMkLst>
      </pc:sldChg>
      <pc:sldChg chg="del ord">
        <pc:chgData name="Linson V V" userId="075c4cc9-6382-4686-add6-593eb1d48ee5" providerId="ADAL" clId="{F653533F-2594-4EBF-B901-E40A4487128A}" dt="2024-11-07T13:14:28.099" v="1753" actId="47"/>
        <pc:sldMkLst>
          <pc:docMk/>
          <pc:sldMk cId="4269749893" sldId="5049"/>
        </pc:sldMkLst>
      </pc:sldChg>
      <pc:sldChg chg="addSp delSp modSp add del mod">
        <pc:chgData name="Linson V V" userId="075c4cc9-6382-4686-add6-593eb1d48ee5" providerId="ADAL" clId="{F653533F-2594-4EBF-B901-E40A4487128A}" dt="2024-11-12T04:23:26.704" v="4007" actId="20577"/>
        <pc:sldMkLst>
          <pc:docMk/>
          <pc:sldMk cId="3861509174" sldId="5050"/>
        </pc:sldMkLst>
      </pc:sldChg>
      <pc:sldChg chg="delSp modSp add del mod ord">
        <pc:chgData name="Linson V V" userId="075c4cc9-6382-4686-add6-593eb1d48ee5" providerId="ADAL" clId="{F653533F-2594-4EBF-B901-E40A4487128A}" dt="2024-11-11T13:34:47.988" v="4000"/>
        <pc:sldMkLst>
          <pc:docMk/>
          <pc:sldMk cId="910563683" sldId="5051"/>
        </pc:sldMkLst>
      </pc:sldChg>
      <pc:sldChg chg="addSp delSp modSp new add del mod ord">
        <pc:chgData name="Linson V V" userId="075c4cc9-6382-4686-add6-593eb1d48ee5" providerId="ADAL" clId="{F653533F-2594-4EBF-B901-E40A4487128A}" dt="2024-11-11T13:03:10.664" v="3767" actId="47"/>
        <pc:sldMkLst>
          <pc:docMk/>
          <pc:sldMk cId="439343585" sldId="5052"/>
        </pc:sldMkLst>
      </pc:sldChg>
      <pc:sldChg chg="addSp delSp modSp new add del mod">
        <pc:chgData name="Linson V V" userId="075c4cc9-6382-4686-add6-593eb1d48ee5" providerId="ADAL" clId="{F653533F-2594-4EBF-B901-E40A4487128A}" dt="2024-11-11T13:15:36.834" v="3896" actId="6549"/>
        <pc:sldMkLst>
          <pc:docMk/>
          <pc:sldMk cId="4191005789" sldId="5053"/>
        </pc:sldMkLst>
      </pc:sldChg>
      <pc:sldChg chg="add del">
        <pc:chgData name="Linson V V" userId="075c4cc9-6382-4686-add6-593eb1d48ee5" providerId="ADAL" clId="{F653533F-2594-4EBF-B901-E40A4487128A}" dt="2024-11-11T13:34:47.988" v="4000"/>
        <pc:sldMkLst>
          <pc:docMk/>
          <pc:sldMk cId="1629509949" sldId="5054"/>
        </pc:sldMkLst>
      </pc:sldChg>
      <pc:sldChg chg="addSp delSp modSp add mod">
        <pc:chgData name="Linson V V" userId="075c4cc9-6382-4686-add6-593eb1d48ee5" providerId="ADAL" clId="{F653533F-2594-4EBF-B901-E40A4487128A}" dt="2024-11-07T10:02:08.922" v="755" actId="948"/>
        <pc:sldMkLst>
          <pc:docMk/>
          <pc:sldMk cId="3960083550" sldId="5054"/>
        </pc:sldMkLst>
      </pc:sldChg>
      <pc:sldChg chg="addSp delSp modSp add mod">
        <pc:chgData name="Linson V V" userId="075c4cc9-6382-4686-add6-593eb1d48ee5" providerId="ADAL" clId="{F653533F-2594-4EBF-B901-E40A4487128A}" dt="2024-11-07T12:29:58.957" v="1668" actId="404"/>
        <pc:sldMkLst>
          <pc:docMk/>
          <pc:sldMk cId="1289910631" sldId="5055"/>
        </pc:sldMkLst>
      </pc:sldChg>
      <pc:sldChg chg="addSp delSp modSp mod">
        <pc:chgData name="Linson V V" userId="075c4cc9-6382-4686-add6-593eb1d48ee5" providerId="ADAL" clId="{F653533F-2594-4EBF-B901-E40A4487128A}" dt="2024-11-07T11:00:13.028" v="1545" actId="20577"/>
        <pc:sldMkLst>
          <pc:docMk/>
          <pc:sldMk cId="2428370206" sldId="5056"/>
        </pc:sldMkLst>
      </pc:sldChg>
      <pc:sldChg chg="addSp delSp modSp add del mod ord">
        <pc:chgData name="Linson V V" userId="075c4cc9-6382-4686-add6-593eb1d48ee5" providerId="ADAL" clId="{F653533F-2594-4EBF-B901-E40A4487128A}" dt="2024-11-11T13:09:12.425" v="3863" actId="47"/>
        <pc:sldMkLst>
          <pc:docMk/>
          <pc:sldMk cId="3284850259" sldId="5057"/>
        </pc:sldMkLst>
      </pc:sldChg>
      <pc:sldChg chg="modSp mod">
        <pc:chgData name="Linson V V" userId="075c4cc9-6382-4686-add6-593eb1d48ee5" providerId="ADAL" clId="{F653533F-2594-4EBF-B901-E40A4487128A}" dt="2024-11-07T11:03:00.536" v="1573" actId="404"/>
        <pc:sldMkLst>
          <pc:docMk/>
          <pc:sldMk cId="3366598161" sldId="5058"/>
        </pc:sldMkLst>
      </pc:sldChg>
      <pc:sldChg chg="add del">
        <pc:chgData name="Linson V V" userId="075c4cc9-6382-4686-add6-593eb1d48ee5" providerId="ADAL" clId="{F653533F-2594-4EBF-B901-E40A4487128A}" dt="2024-11-08T05:13:03.968" v="1941" actId="47"/>
        <pc:sldMkLst>
          <pc:docMk/>
          <pc:sldMk cId="4284980887" sldId="5059"/>
        </pc:sldMkLst>
      </pc:sldChg>
      <pc:sldChg chg="add del">
        <pc:chgData name="Linson V V" userId="075c4cc9-6382-4686-add6-593eb1d48ee5" providerId="ADAL" clId="{F653533F-2594-4EBF-B901-E40A4487128A}" dt="2024-11-08T05:13:03.968" v="1941" actId="47"/>
        <pc:sldMkLst>
          <pc:docMk/>
          <pc:sldMk cId="2765593940" sldId="5060"/>
        </pc:sldMkLst>
      </pc:sldChg>
      <pc:sldChg chg="add del">
        <pc:chgData name="Linson V V" userId="075c4cc9-6382-4686-add6-593eb1d48ee5" providerId="ADAL" clId="{F653533F-2594-4EBF-B901-E40A4487128A}" dt="2024-11-09T13:39:36.108" v="2254" actId="47"/>
        <pc:sldMkLst>
          <pc:docMk/>
          <pc:sldMk cId="3109159187" sldId="5061"/>
        </pc:sldMkLst>
      </pc:sldChg>
      <pc:sldChg chg="add del">
        <pc:chgData name="Linson V V" userId="075c4cc9-6382-4686-add6-593eb1d48ee5" providerId="ADAL" clId="{F653533F-2594-4EBF-B901-E40A4487128A}" dt="2024-11-09T13:39:36.108" v="2254" actId="47"/>
        <pc:sldMkLst>
          <pc:docMk/>
          <pc:sldMk cId="1683384311" sldId="5062"/>
        </pc:sldMkLst>
      </pc:sldChg>
      <pc:sldChg chg="add del">
        <pc:chgData name="Linson V V" userId="075c4cc9-6382-4686-add6-593eb1d48ee5" providerId="ADAL" clId="{F653533F-2594-4EBF-B901-E40A4487128A}" dt="2024-11-09T13:39:36.108" v="2254" actId="47"/>
        <pc:sldMkLst>
          <pc:docMk/>
          <pc:sldMk cId="1194321727" sldId="5063"/>
        </pc:sldMkLst>
      </pc:sldChg>
      <pc:sldChg chg="add del">
        <pc:chgData name="Linson V V" userId="075c4cc9-6382-4686-add6-593eb1d48ee5" providerId="ADAL" clId="{F653533F-2594-4EBF-B901-E40A4487128A}" dt="2024-11-09T13:39:36.108" v="2254" actId="47"/>
        <pc:sldMkLst>
          <pc:docMk/>
          <pc:sldMk cId="3040390499" sldId="5064"/>
        </pc:sldMkLst>
      </pc:sldChg>
      <pc:sldChg chg="add del">
        <pc:chgData name="Linson V V" userId="075c4cc9-6382-4686-add6-593eb1d48ee5" providerId="ADAL" clId="{F653533F-2594-4EBF-B901-E40A4487128A}" dt="2024-11-07T13:42:39.699" v="1876" actId="47"/>
        <pc:sldMkLst>
          <pc:docMk/>
          <pc:sldMk cId="3024463463" sldId="5065"/>
        </pc:sldMkLst>
      </pc:sldChg>
      <pc:sldChg chg="add del">
        <pc:chgData name="Linson V V" userId="075c4cc9-6382-4686-add6-593eb1d48ee5" providerId="ADAL" clId="{F653533F-2594-4EBF-B901-E40A4487128A}" dt="2024-11-09T13:39:36.108" v="2254" actId="47"/>
        <pc:sldMkLst>
          <pc:docMk/>
          <pc:sldMk cId="2003207880" sldId="5066"/>
        </pc:sldMkLst>
      </pc:sldChg>
      <pc:sldChg chg="modSp add del mod ord">
        <pc:chgData name="Linson V V" userId="075c4cc9-6382-4686-add6-593eb1d48ee5" providerId="ADAL" clId="{F653533F-2594-4EBF-B901-E40A4487128A}" dt="2024-11-09T12:40:53.155" v="2002" actId="47"/>
        <pc:sldMkLst>
          <pc:docMk/>
          <pc:sldMk cId="1059909340" sldId="5067"/>
        </pc:sldMkLst>
      </pc:sldChg>
      <pc:sldChg chg="add">
        <pc:chgData name="Linson V V" userId="075c4cc9-6382-4686-add6-593eb1d48ee5" providerId="ADAL" clId="{F653533F-2594-4EBF-B901-E40A4487128A}" dt="2024-11-07T13:13:59.202" v="1751"/>
        <pc:sldMkLst>
          <pc:docMk/>
          <pc:sldMk cId="2419285934" sldId="5068"/>
        </pc:sldMkLst>
      </pc:sldChg>
      <pc:sldChg chg="add del">
        <pc:chgData name="Linson V V" userId="075c4cc9-6382-4686-add6-593eb1d48ee5" providerId="ADAL" clId="{F653533F-2594-4EBF-B901-E40A4487128A}" dt="2024-11-09T13:39:36.108" v="2254" actId="47"/>
        <pc:sldMkLst>
          <pc:docMk/>
          <pc:sldMk cId="3569179206" sldId="5069"/>
        </pc:sldMkLst>
      </pc:sldChg>
      <pc:sldChg chg="modSp add del mod modClrScheme chgLayout">
        <pc:chgData name="Linson V V" userId="075c4cc9-6382-4686-add6-593eb1d48ee5" providerId="ADAL" clId="{F653533F-2594-4EBF-B901-E40A4487128A}" dt="2024-11-09T13:39:36.108" v="2254" actId="47"/>
        <pc:sldMkLst>
          <pc:docMk/>
          <pc:sldMk cId="706096752" sldId="5070"/>
        </pc:sldMkLst>
      </pc:sldChg>
      <pc:sldChg chg="modSp add del mod modClrScheme chgLayout">
        <pc:chgData name="Linson V V" userId="075c4cc9-6382-4686-add6-593eb1d48ee5" providerId="ADAL" clId="{F653533F-2594-4EBF-B901-E40A4487128A}" dt="2024-11-08T06:11:43.145" v="1955" actId="47"/>
        <pc:sldMkLst>
          <pc:docMk/>
          <pc:sldMk cId="4284980887" sldId="5071"/>
        </pc:sldMkLst>
      </pc:sldChg>
      <pc:sldChg chg="modSp add del mod modClrScheme chgLayout">
        <pc:chgData name="Linson V V" userId="075c4cc9-6382-4686-add6-593eb1d48ee5" providerId="ADAL" clId="{F653533F-2594-4EBF-B901-E40A4487128A}" dt="2024-11-09T13:39:36.108" v="2254" actId="47"/>
        <pc:sldMkLst>
          <pc:docMk/>
          <pc:sldMk cId="2319004925" sldId="5072"/>
        </pc:sldMkLst>
      </pc:sldChg>
      <pc:sldChg chg="modSp add del mod modClrScheme chgLayout">
        <pc:chgData name="Linson V V" userId="075c4cc9-6382-4686-add6-593eb1d48ee5" providerId="ADAL" clId="{F653533F-2594-4EBF-B901-E40A4487128A}" dt="2024-11-09T13:39:36.108" v="2254" actId="47"/>
        <pc:sldMkLst>
          <pc:docMk/>
          <pc:sldMk cId="3964258955" sldId="5073"/>
        </pc:sldMkLst>
      </pc:sldChg>
      <pc:sldChg chg="addSp modSp add del mod">
        <pc:chgData name="Linson V V" userId="075c4cc9-6382-4686-add6-593eb1d48ee5" providerId="ADAL" clId="{F653533F-2594-4EBF-B901-E40A4487128A}" dt="2024-11-11T13:08:35.528" v="3861" actId="20577"/>
        <pc:sldMkLst>
          <pc:docMk/>
          <pc:sldMk cId="1358859719" sldId="5074"/>
        </pc:sldMkLst>
      </pc:sldChg>
      <pc:sldChg chg="del">
        <pc:chgData name="Linson V V" userId="075c4cc9-6382-4686-add6-593eb1d48ee5" providerId="ADAL" clId="{F653533F-2594-4EBF-B901-E40A4487128A}" dt="2024-11-09T12:57:48.912" v="2126" actId="47"/>
        <pc:sldMkLst>
          <pc:docMk/>
          <pc:sldMk cId="1497149198" sldId="5075"/>
        </pc:sldMkLst>
      </pc:sldChg>
      <pc:sldChg chg="del">
        <pc:chgData name="Linson V V" userId="075c4cc9-6382-4686-add6-593eb1d48ee5" providerId="ADAL" clId="{F653533F-2594-4EBF-B901-E40A4487128A}" dt="2024-11-09T12:59:08.820" v="2130" actId="47"/>
        <pc:sldMkLst>
          <pc:docMk/>
          <pc:sldMk cId="3953175975" sldId="5076"/>
        </pc:sldMkLst>
      </pc:sldChg>
      <pc:sldChg chg="addSp delSp modSp add del mod">
        <pc:chgData name="Linson V V" userId="075c4cc9-6382-4686-add6-593eb1d48ee5" providerId="ADAL" clId="{F653533F-2594-4EBF-B901-E40A4487128A}" dt="2024-11-11T13:17:07.401" v="3942" actId="6549"/>
        <pc:sldMkLst>
          <pc:docMk/>
          <pc:sldMk cId="2776846709" sldId="5077"/>
        </pc:sldMkLst>
      </pc:sldChg>
      <pc:sldChg chg="modSp add del mod modClrScheme chgLayout">
        <pc:chgData name="Linson V V" userId="075c4cc9-6382-4686-add6-593eb1d48ee5" providerId="ADAL" clId="{F653533F-2594-4EBF-B901-E40A4487128A}" dt="2024-11-10T04:24:23.914" v="2982" actId="47"/>
        <pc:sldMkLst>
          <pc:docMk/>
          <pc:sldMk cId="1451950814" sldId="5078"/>
        </pc:sldMkLst>
      </pc:sldChg>
      <pc:sldChg chg="modSp add mod ord modClrScheme chgLayout">
        <pc:chgData name="Linson V V" userId="075c4cc9-6382-4686-add6-593eb1d48ee5" providerId="ADAL" clId="{F653533F-2594-4EBF-B901-E40A4487128A}" dt="2024-11-10T04:26:23.764" v="2989" actId="700"/>
        <pc:sldMkLst>
          <pc:docMk/>
          <pc:sldMk cId="1277787334" sldId="5079"/>
        </pc:sldMkLst>
      </pc:sldChg>
      <pc:sldChg chg="add del">
        <pc:chgData name="Linson V V" userId="075c4cc9-6382-4686-add6-593eb1d48ee5" providerId="ADAL" clId="{F653533F-2594-4EBF-B901-E40A4487128A}" dt="2024-11-11T13:34:47.988" v="4000"/>
        <pc:sldMkLst>
          <pc:docMk/>
          <pc:sldMk cId="4284980887" sldId="5080"/>
        </pc:sldMkLst>
      </pc:sldChg>
      <pc:sldChg chg="add del">
        <pc:chgData name="Linson V V" userId="075c4cc9-6382-4686-add6-593eb1d48ee5" providerId="ADAL" clId="{F653533F-2594-4EBF-B901-E40A4487128A}" dt="2024-11-11T13:34:47.988" v="4000"/>
        <pc:sldMkLst>
          <pc:docMk/>
          <pc:sldMk cId="2934528997" sldId="5081"/>
        </pc:sldMkLst>
      </pc:sldChg>
      <pc:sldChg chg="add del">
        <pc:chgData name="Linson V V" userId="075c4cc9-6382-4686-add6-593eb1d48ee5" providerId="ADAL" clId="{F653533F-2594-4EBF-B901-E40A4487128A}" dt="2024-11-11T13:34:47.988" v="4000"/>
        <pc:sldMkLst>
          <pc:docMk/>
          <pc:sldMk cId="3440009256" sldId="5082"/>
        </pc:sldMkLst>
      </pc:sldChg>
      <pc:sldChg chg="add del">
        <pc:chgData name="Linson V V" userId="075c4cc9-6382-4686-add6-593eb1d48ee5" providerId="ADAL" clId="{F653533F-2594-4EBF-B901-E40A4487128A}" dt="2024-11-11T13:34:47.988" v="4000"/>
        <pc:sldMkLst>
          <pc:docMk/>
          <pc:sldMk cId="3516504931" sldId="5083"/>
        </pc:sldMkLst>
      </pc:sldChg>
      <pc:sldChg chg="add del">
        <pc:chgData name="Linson V V" userId="075c4cc9-6382-4686-add6-593eb1d48ee5" providerId="ADAL" clId="{F653533F-2594-4EBF-B901-E40A4487128A}" dt="2024-11-10T04:03:05.086" v="2956" actId="47"/>
        <pc:sldMkLst>
          <pc:docMk/>
          <pc:sldMk cId="3040390499" sldId="5084"/>
        </pc:sldMkLst>
      </pc:sldChg>
      <pc:sldChg chg="modSp add del mod">
        <pc:chgData name="Linson V V" userId="075c4cc9-6382-4686-add6-593eb1d48ee5" providerId="ADAL" clId="{F653533F-2594-4EBF-B901-E40A4487128A}" dt="2024-11-11T08:36:22.937" v="3110" actId="47"/>
        <pc:sldMkLst>
          <pc:docMk/>
          <pc:sldMk cId="361746808" sldId="5085"/>
        </pc:sldMkLst>
      </pc:sldChg>
      <pc:sldChg chg="addSp delSp modSp new add del mod ord">
        <pc:chgData name="Linson V V" userId="075c4cc9-6382-4686-add6-593eb1d48ee5" providerId="ADAL" clId="{F653533F-2594-4EBF-B901-E40A4487128A}" dt="2024-11-11T13:34:47.988" v="4000"/>
        <pc:sldMkLst>
          <pc:docMk/>
          <pc:sldMk cId="920783206" sldId="5086"/>
        </pc:sldMkLst>
      </pc:sldChg>
      <pc:sldChg chg="addSp delSp modSp new add del mod">
        <pc:chgData name="Linson V V" userId="075c4cc9-6382-4686-add6-593eb1d48ee5" providerId="ADAL" clId="{F653533F-2594-4EBF-B901-E40A4487128A}" dt="2024-11-11T13:34:47.988" v="4000"/>
        <pc:sldMkLst>
          <pc:docMk/>
          <pc:sldMk cId="1866141547" sldId="5087"/>
        </pc:sldMkLst>
      </pc:sldChg>
      <pc:sldChg chg="addSp delSp modSp new add del mod">
        <pc:chgData name="Linson V V" userId="075c4cc9-6382-4686-add6-593eb1d48ee5" providerId="ADAL" clId="{F653533F-2594-4EBF-B901-E40A4487128A}" dt="2024-11-12T04:22:39.986" v="4006" actId="1076"/>
        <pc:sldMkLst>
          <pc:docMk/>
          <pc:sldMk cId="549963952" sldId="5088"/>
        </pc:sldMkLst>
      </pc:sldChg>
      <pc:sldChg chg="addSp modSp new add del mod">
        <pc:chgData name="Linson V V" userId="075c4cc9-6382-4686-add6-593eb1d48ee5" providerId="ADAL" clId="{F653533F-2594-4EBF-B901-E40A4487128A}" dt="2024-11-11T13:34:47.988" v="4000"/>
        <pc:sldMkLst>
          <pc:docMk/>
          <pc:sldMk cId="1916235446" sldId="5089"/>
        </pc:sldMkLst>
      </pc:sldChg>
      <pc:sldChg chg="addSp delSp modSp add del mod">
        <pc:chgData name="Linson V V" userId="075c4cc9-6382-4686-add6-593eb1d48ee5" providerId="ADAL" clId="{F653533F-2594-4EBF-B901-E40A4487128A}" dt="2024-11-11T08:36:22.937" v="3110" actId="47"/>
        <pc:sldMkLst>
          <pc:docMk/>
          <pc:sldMk cId="1320900057" sldId="2147470882"/>
        </pc:sldMkLst>
      </pc:sldChg>
      <pc:sldChg chg="add del">
        <pc:chgData name="Linson V V" userId="075c4cc9-6382-4686-add6-593eb1d48ee5" providerId="ADAL" clId="{F653533F-2594-4EBF-B901-E40A4487128A}" dt="2024-11-11T13:34:47.988" v="4000"/>
        <pc:sldMkLst>
          <pc:docMk/>
          <pc:sldMk cId="3304284" sldId="2147470883"/>
        </pc:sldMkLst>
      </pc:sldChg>
      <pc:sldChg chg="add del">
        <pc:chgData name="Linson V V" userId="075c4cc9-6382-4686-add6-593eb1d48ee5" providerId="ADAL" clId="{F653533F-2594-4EBF-B901-E40A4487128A}" dt="2024-11-11T13:34:47.988" v="4000"/>
        <pc:sldMkLst>
          <pc:docMk/>
          <pc:sldMk cId="3947768164" sldId="2147470884"/>
        </pc:sldMkLst>
      </pc:sldChg>
      <pc:sldChg chg="addSp delSp modSp mod">
        <pc:chgData name="Linson V V" userId="075c4cc9-6382-4686-add6-593eb1d48ee5" providerId="ADAL" clId="{F653533F-2594-4EBF-B901-E40A4487128A}" dt="2024-11-11T13:12:53.570" v="3885" actId="11530"/>
        <pc:sldMkLst>
          <pc:docMk/>
          <pc:sldMk cId="2245049227" sldId="2147470885"/>
        </pc:sldMkLst>
      </pc:sldChg>
      <pc:sldChg chg="modSp add mod modClrScheme chgLayout">
        <pc:chgData name="Linson V V" userId="075c4cc9-6382-4686-add6-593eb1d48ee5" providerId="ADAL" clId="{F653533F-2594-4EBF-B901-E40A4487128A}" dt="2024-11-11T12:37:53.544" v="3433" actId="700"/>
        <pc:sldMkLst>
          <pc:docMk/>
          <pc:sldMk cId="2207249616" sldId="2147470886"/>
        </pc:sldMkLst>
      </pc:sldChg>
      <pc:sldChg chg="addSp modSp new mod">
        <pc:chgData name="Linson V V" userId="075c4cc9-6382-4686-add6-593eb1d48ee5" providerId="ADAL" clId="{F653533F-2594-4EBF-B901-E40A4487128A}" dt="2024-11-11T12:43:58.578" v="3449" actId="20577"/>
        <pc:sldMkLst>
          <pc:docMk/>
          <pc:sldMk cId="2772054925" sldId="2147470887"/>
        </pc:sldMkLst>
      </pc:sldChg>
      <pc:sldChg chg="addSp modSp new mod">
        <pc:chgData name="Linson V V" userId="075c4cc9-6382-4686-add6-593eb1d48ee5" providerId="ADAL" clId="{F653533F-2594-4EBF-B901-E40A4487128A}" dt="2024-11-11T13:18:36.418" v="3980" actId="403"/>
        <pc:sldMkLst>
          <pc:docMk/>
          <pc:sldMk cId="3126169240" sldId="2147470888"/>
        </pc:sldMkLst>
      </pc:sldChg>
      <pc:sldMasterChg chg="delSldLayout modSldLayout">
        <pc:chgData name="Linson V V" userId="075c4cc9-6382-4686-add6-593eb1d48ee5" providerId="ADAL" clId="{F653533F-2594-4EBF-B901-E40A4487128A}" dt="2024-11-11T13:36:14.637" v="4004" actId="20577"/>
        <pc:sldMasterMkLst>
          <pc:docMk/>
          <pc:sldMasterMk cId="3767483070" sldId="2147483688"/>
        </pc:sldMasterMkLst>
        <pc:sldLayoutChg chg="modSp mod">
          <pc:chgData name="Linson V V" userId="075c4cc9-6382-4686-add6-593eb1d48ee5" providerId="ADAL" clId="{F653533F-2594-4EBF-B901-E40A4487128A}" dt="2024-11-11T13:36:07.608" v="4002" actId="20577"/>
          <pc:sldLayoutMkLst>
            <pc:docMk/>
            <pc:sldMasterMk cId="3767483070" sldId="2147483688"/>
            <pc:sldLayoutMk cId="3484665057" sldId="2147483740"/>
          </pc:sldLayoutMkLst>
        </pc:sldLayoutChg>
        <pc:sldLayoutChg chg="addSp delSp modSp mod">
          <pc:chgData name="Linson V V" userId="075c4cc9-6382-4686-add6-593eb1d48ee5" providerId="ADAL" clId="{F653533F-2594-4EBF-B901-E40A4487128A}" dt="2024-11-09T12:42:15.808" v="2012"/>
          <pc:sldLayoutMkLst>
            <pc:docMk/>
            <pc:sldMasterMk cId="3767483070" sldId="2147483688"/>
            <pc:sldLayoutMk cId="973778151" sldId="2147483741"/>
          </pc:sldLayoutMkLst>
        </pc:sldLayoutChg>
        <pc:sldLayoutChg chg="addSp delSp modSp mod">
          <pc:chgData name="Linson V V" userId="075c4cc9-6382-4686-add6-593eb1d48ee5" providerId="ADAL" clId="{F653533F-2594-4EBF-B901-E40A4487128A}" dt="2024-11-07T09:05:37.209" v="177" actId="1076"/>
          <pc:sldLayoutMkLst>
            <pc:docMk/>
            <pc:sldMasterMk cId="3767483070" sldId="2147483688"/>
            <pc:sldLayoutMk cId="3882842171" sldId="2147483743"/>
          </pc:sldLayoutMkLst>
        </pc:sldLayoutChg>
        <pc:sldLayoutChg chg="addSp delSp modSp del mod">
          <pc:chgData name="Linson V V" userId="075c4cc9-6382-4686-add6-593eb1d48ee5" providerId="ADAL" clId="{F653533F-2594-4EBF-B901-E40A4487128A}" dt="2024-11-11T08:36:22.937" v="3110" actId="47"/>
          <pc:sldLayoutMkLst>
            <pc:docMk/>
            <pc:sldMasterMk cId="3767483070" sldId="2147483688"/>
            <pc:sldLayoutMk cId="428492492" sldId="2147483744"/>
          </pc:sldLayoutMkLst>
        </pc:sldLayoutChg>
        <pc:sldLayoutChg chg="addSp delSp modSp mod">
          <pc:chgData name="Linson V V" userId="075c4cc9-6382-4686-add6-593eb1d48ee5" providerId="ADAL" clId="{F653533F-2594-4EBF-B901-E40A4487128A}" dt="2024-11-11T13:36:14.637" v="4004" actId="20577"/>
          <pc:sldLayoutMkLst>
            <pc:docMk/>
            <pc:sldMasterMk cId="3767483070" sldId="2147483688"/>
            <pc:sldLayoutMk cId="2164500000" sldId="2147483745"/>
          </pc:sldLayoutMkLst>
        </pc:sldLayoutChg>
        <pc:sldLayoutChg chg="addSp delSp modSp del mod">
          <pc:chgData name="Linson V V" userId="075c4cc9-6382-4686-add6-593eb1d48ee5" providerId="ADAL" clId="{F653533F-2594-4EBF-B901-E40A4487128A}" dt="2024-11-11T12:42:42.738" v="3434" actId="18676"/>
          <pc:sldLayoutMkLst>
            <pc:docMk/>
            <pc:sldMasterMk cId="3767483070" sldId="2147483688"/>
            <pc:sldLayoutMk cId="3048208532" sldId="2147483746"/>
          </pc:sldLayoutMkLst>
        </pc:sldLayoutChg>
      </pc:sldMasterChg>
    </pc:docChg>
  </pc:docChgLst>
  <pc:docChgLst>
    <pc:chgData name="Rofiul Hasan" userId="S::rofiul.hasan@timesgroup.com::fbfc0b8b-6514-42de-bf3d-613d9762cbd0" providerId="AD" clId="Web-{3D188BA3-04DA-EF14-10FA-76034333EB9E}"/>
    <pc:docChg chg="addSld delSld modSld sldOrd">
      <pc:chgData name="Rofiul Hasan" userId="S::rofiul.hasan@timesgroup.com::fbfc0b8b-6514-42de-bf3d-613d9762cbd0" providerId="AD" clId="Web-{3D188BA3-04DA-EF14-10FA-76034333EB9E}" dt="2025-01-30T12:00:38.386" v="96"/>
      <pc:docMkLst>
        <pc:docMk/>
      </pc:docMkLst>
      <pc:sldChg chg="modSp ord">
        <pc:chgData name="Rofiul Hasan" userId="S::rofiul.hasan@timesgroup.com::fbfc0b8b-6514-42de-bf3d-613d9762cbd0" providerId="AD" clId="Web-{3D188BA3-04DA-EF14-10FA-76034333EB9E}" dt="2025-01-30T12:00:38.386" v="96"/>
        <pc:sldMkLst>
          <pc:docMk/>
          <pc:sldMk cId="555233315" sldId="4563"/>
        </pc:sldMkLst>
      </pc:sldChg>
      <pc:sldChg chg="del">
        <pc:chgData name="Rofiul Hasan" userId="S::rofiul.hasan@timesgroup.com::fbfc0b8b-6514-42de-bf3d-613d9762cbd0" providerId="AD" clId="Web-{3D188BA3-04DA-EF14-10FA-76034333EB9E}" dt="2025-01-30T11:34:13.566" v="0"/>
        <pc:sldMkLst>
          <pc:docMk/>
          <pc:sldMk cId="484755870" sldId="4839"/>
        </pc:sldMkLst>
      </pc:sldChg>
      <pc:sldChg chg="delSp modSp add">
        <pc:chgData name="Rofiul Hasan" userId="S::rofiul.hasan@timesgroup.com::fbfc0b8b-6514-42de-bf3d-613d9762cbd0" providerId="AD" clId="Web-{3D188BA3-04DA-EF14-10FA-76034333EB9E}" dt="2025-01-30T11:54:27.646" v="92" actId="20577"/>
        <pc:sldMkLst>
          <pc:docMk/>
          <pc:sldMk cId="1368296941" sldId="4871"/>
        </pc:sldMkLst>
      </pc:sldChg>
      <pc:sldChg chg="del">
        <pc:chgData name="Rofiul Hasan" userId="S::rofiul.hasan@timesgroup.com::fbfc0b8b-6514-42de-bf3d-613d9762cbd0" providerId="AD" clId="Web-{3D188BA3-04DA-EF14-10FA-76034333EB9E}" dt="2025-01-30T11:52:56.614" v="2"/>
        <pc:sldMkLst>
          <pc:docMk/>
          <pc:sldMk cId="1358859719" sldId="5074"/>
        </pc:sldMkLst>
      </pc:sldChg>
      <pc:sldChg chg="del">
        <pc:chgData name="Rofiul Hasan" userId="S::rofiul.hasan@timesgroup.com::fbfc0b8b-6514-42de-bf3d-613d9762cbd0" providerId="AD" clId="Web-{3D188BA3-04DA-EF14-10FA-76034333EB9E}" dt="2025-01-30T11:34:37.614" v="1"/>
        <pc:sldMkLst>
          <pc:docMk/>
          <pc:sldMk cId="2865111577" sldId="2147482348"/>
        </pc:sldMkLst>
      </pc:sldChg>
    </pc:docChg>
  </pc:docChgLst>
  <pc:docChgLst>
    <pc:chgData name="Rofiul Hasan" userId="S::rofiul.hasan@timesgroup.com::fbfc0b8b-6514-42de-bf3d-613d9762cbd0" providerId="AD" clId="Web-{B6F9F743-FA3A-AA1D-7EA0-53FDE011C94E}"/>
    <pc:docChg chg="modSld">
      <pc:chgData name="Rofiul Hasan" userId="S::rofiul.hasan@timesgroup.com::fbfc0b8b-6514-42de-bf3d-613d9762cbd0" providerId="AD" clId="Web-{B6F9F743-FA3A-AA1D-7EA0-53FDE011C94E}" dt="2024-11-07T10:39:15.881" v="228" actId="20577"/>
      <pc:docMkLst>
        <pc:docMk/>
      </pc:docMkLst>
      <pc:sldChg chg="modSp">
        <pc:chgData name="Rofiul Hasan" userId="S::rofiul.hasan@timesgroup.com::fbfc0b8b-6514-42de-bf3d-613d9762cbd0" providerId="AD" clId="Web-{B6F9F743-FA3A-AA1D-7EA0-53FDE011C94E}" dt="2024-11-07T10:36:32.688" v="226" actId="20577"/>
        <pc:sldMkLst>
          <pc:docMk/>
          <pc:sldMk cId="3911173230" sldId="4752"/>
        </pc:sldMkLst>
      </pc:sldChg>
      <pc:sldChg chg="modSp">
        <pc:chgData name="Rofiul Hasan" userId="S::rofiul.hasan@timesgroup.com::fbfc0b8b-6514-42de-bf3d-613d9762cbd0" providerId="AD" clId="Web-{B6F9F743-FA3A-AA1D-7EA0-53FDE011C94E}" dt="2024-11-07T10:36:01.687" v="221" actId="20577"/>
        <pc:sldMkLst>
          <pc:docMk/>
          <pc:sldMk cId="692127034" sldId="4753"/>
        </pc:sldMkLst>
      </pc:sldChg>
      <pc:sldChg chg="modSp">
        <pc:chgData name="Rofiul Hasan" userId="S::rofiul.hasan@timesgroup.com::fbfc0b8b-6514-42de-bf3d-613d9762cbd0" providerId="AD" clId="Web-{B6F9F743-FA3A-AA1D-7EA0-53FDE011C94E}" dt="2024-11-07T09:54:37.606" v="220"/>
        <pc:sldMkLst>
          <pc:docMk/>
          <pc:sldMk cId="439343585" sldId="5052"/>
        </pc:sldMkLst>
      </pc:sldChg>
      <pc:sldChg chg="modSp">
        <pc:chgData name="Rofiul Hasan" userId="S::rofiul.hasan@timesgroup.com::fbfc0b8b-6514-42de-bf3d-613d9762cbd0" providerId="AD" clId="Web-{B6F9F743-FA3A-AA1D-7EA0-53FDE011C94E}" dt="2024-11-07T10:39:15.881" v="228" actId="20577"/>
        <pc:sldMkLst>
          <pc:docMk/>
          <pc:sldMk cId="3960083550" sldId="5054"/>
        </pc:sldMkLst>
      </pc:sldChg>
    </pc:docChg>
  </pc:docChgLst>
  <pc:docChgLst>
    <pc:chgData name="Debarshi Ray" userId="S::debarshi.ray@timesgroup.com::6b490f1f-a4e9-4715-bddf-f66a78332026" providerId="AD" clId="Web-{4637DA6B-2EAF-D59A-91A4-A8CE34175896}"/>
    <pc:docChg chg="modSld">
      <pc:chgData name="Debarshi Ray" userId="S::debarshi.ray@timesgroup.com::6b490f1f-a4e9-4715-bddf-f66a78332026" providerId="AD" clId="Web-{4637DA6B-2EAF-D59A-91A4-A8CE34175896}" dt="2024-11-12T05:12:33.856" v="0" actId="1076"/>
      <pc:docMkLst>
        <pc:docMk/>
      </pc:docMkLst>
      <pc:sldChg chg="modSp">
        <pc:chgData name="Debarshi Ray" userId="S::debarshi.ray@timesgroup.com::6b490f1f-a4e9-4715-bddf-f66a78332026" providerId="AD" clId="Web-{4637DA6B-2EAF-D59A-91A4-A8CE34175896}" dt="2024-11-12T05:12:33.856" v="0" actId="1076"/>
        <pc:sldMkLst>
          <pc:docMk/>
          <pc:sldMk cId="549963952" sldId="5088"/>
        </pc:sldMkLst>
      </pc:sldChg>
    </pc:docChg>
  </pc:docChgLst>
  <pc:docChgLst>
    <pc:chgData name="Sreejith PM" userId="b3fb4f09-9ecc-48ed-a8cc-ede8e446e1db" providerId="ADAL" clId="{3CF587A2-F03D-40B0-B7CE-AB29985B9A2D}"/>
    <pc:docChg chg="custSel addSld modSld sldOrd modSection">
      <pc:chgData name="Sreejith PM" userId="b3fb4f09-9ecc-48ed-a8cc-ede8e446e1db" providerId="ADAL" clId="{3CF587A2-F03D-40B0-B7CE-AB29985B9A2D}" dt="2024-11-11T06:27:22.637" v="852" actId="20577"/>
      <pc:docMkLst>
        <pc:docMk/>
      </pc:docMkLst>
      <pc:sldChg chg="modSp mod">
        <pc:chgData name="Sreejith PM" userId="b3fb4f09-9ecc-48ed-a8cc-ede8e446e1db" providerId="ADAL" clId="{3CF587A2-F03D-40B0-B7CE-AB29985B9A2D}" dt="2024-11-11T06:17:42.143" v="775" actId="20577"/>
        <pc:sldMkLst>
          <pc:docMk/>
          <pc:sldMk cId="1343996021" sldId="4529"/>
        </pc:sldMkLst>
      </pc:sldChg>
      <pc:sldChg chg="modSp mod">
        <pc:chgData name="Sreejith PM" userId="b3fb4f09-9ecc-48ed-a8cc-ede8e446e1db" providerId="ADAL" clId="{3CF587A2-F03D-40B0-B7CE-AB29985B9A2D}" dt="2024-11-11T04:34:58.234" v="766" actId="1037"/>
        <pc:sldMkLst>
          <pc:docMk/>
          <pc:sldMk cId="3809578438" sldId="4728"/>
        </pc:sldMkLst>
      </pc:sldChg>
      <pc:sldChg chg="modSp mod">
        <pc:chgData name="Sreejith PM" userId="b3fb4f09-9ecc-48ed-a8cc-ede8e446e1db" providerId="ADAL" clId="{3CF587A2-F03D-40B0-B7CE-AB29985B9A2D}" dt="2024-11-11T04:27:07.101" v="741" actId="6549"/>
        <pc:sldMkLst>
          <pc:docMk/>
          <pc:sldMk cId="4191331967" sldId="4843"/>
        </pc:sldMkLst>
      </pc:sldChg>
      <pc:sldChg chg="modSp mod">
        <pc:chgData name="Sreejith PM" userId="b3fb4f09-9ecc-48ed-a8cc-ede8e446e1db" providerId="ADAL" clId="{3CF587A2-F03D-40B0-B7CE-AB29985B9A2D}" dt="2024-11-08T06:30:11.297" v="28" actId="13926"/>
        <pc:sldMkLst>
          <pc:docMk/>
          <pc:sldMk cId="1014342432" sldId="4961"/>
        </pc:sldMkLst>
      </pc:sldChg>
      <pc:sldChg chg="modSp mod">
        <pc:chgData name="Sreejith PM" userId="b3fb4f09-9ecc-48ed-a8cc-ede8e446e1db" providerId="ADAL" clId="{3CF587A2-F03D-40B0-B7CE-AB29985B9A2D}" dt="2024-11-11T04:53:12.938" v="768" actId="20577"/>
        <pc:sldMkLst>
          <pc:docMk/>
          <pc:sldMk cId="2194504243" sldId="4963"/>
        </pc:sldMkLst>
      </pc:sldChg>
      <pc:sldChg chg="modSp mod">
        <pc:chgData name="Sreejith PM" userId="b3fb4f09-9ecc-48ed-a8cc-ede8e446e1db" providerId="ADAL" clId="{3CF587A2-F03D-40B0-B7CE-AB29985B9A2D}" dt="2024-11-11T04:31:52.254" v="756" actId="1038"/>
        <pc:sldMkLst>
          <pc:docMk/>
          <pc:sldMk cId="2901709223" sldId="4973"/>
        </pc:sldMkLst>
      </pc:sldChg>
      <pc:sldChg chg="delSp mod">
        <pc:chgData name="Sreejith PM" userId="b3fb4f09-9ecc-48ed-a8cc-ede8e446e1db" providerId="ADAL" clId="{3CF587A2-F03D-40B0-B7CE-AB29985B9A2D}" dt="2024-11-08T06:29:44.638" v="27" actId="478"/>
        <pc:sldMkLst>
          <pc:docMk/>
          <pc:sldMk cId="1565954220" sldId="5014"/>
        </pc:sldMkLst>
      </pc:sldChg>
      <pc:sldChg chg="ord">
        <pc:chgData name="Sreejith PM" userId="b3fb4f09-9ecc-48ed-a8cc-ede8e446e1db" providerId="ADAL" clId="{3CF587A2-F03D-40B0-B7CE-AB29985B9A2D}" dt="2024-11-07T09:24:09.546" v="1"/>
        <pc:sldMkLst>
          <pc:docMk/>
          <pc:sldMk cId="2224092932" sldId="5034"/>
        </pc:sldMkLst>
      </pc:sldChg>
      <pc:sldChg chg="modSp mod">
        <pc:chgData name="Sreejith PM" userId="b3fb4f09-9ecc-48ed-a8cc-ede8e446e1db" providerId="ADAL" clId="{3CF587A2-F03D-40B0-B7CE-AB29985B9A2D}" dt="2024-11-11T04:26:53.223" v="738" actId="6549"/>
        <pc:sldMkLst>
          <pc:docMk/>
          <pc:sldMk cId="813931060" sldId="5035"/>
        </pc:sldMkLst>
      </pc:sldChg>
      <pc:sldChg chg="addSp delSp modSp mod">
        <pc:chgData name="Sreejith PM" userId="b3fb4f09-9ecc-48ed-a8cc-ede8e446e1db" providerId="ADAL" clId="{3CF587A2-F03D-40B0-B7CE-AB29985B9A2D}" dt="2024-11-08T06:04:44.270" v="23" actId="20577"/>
        <pc:sldMkLst>
          <pc:docMk/>
          <pc:sldMk cId="1504348582" sldId="5046"/>
        </pc:sldMkLst>
      </pc:sldChg>
      <pc:sldChg chg="addSp delSp modSp mod">
        <pc:chgData name="Sreejith PM" userId="b3fb4f09-9ecc-48ed-a8cc-ede8e446e1db" providerId="ADAL" clId="{3CF587A2-F03D-40B0-B7CE-AB29985B9A2D}" dt="2024-11-08T06:05:40.541" v="26"/>
        <pc:sldMkLst>
          <pc:docMk/>
          <pc:sldMk cId="2609207357" sldId="5047"/>
        </pc:sldMkLst>
      </pc:sldChg>
      <pc:sldChg chg="modSp add mod ord">
        <pc:chgData name="Sreejith PM" userId="b3fb4f09-9ecc-48ed-a8cc-ede8e446e1db" providerId="ADAL" clId="{3CF587A2-F03D-40B0-B7CE-AB29985B9A2D}" dt="2024-11-11T06:27:22.637" v="852" actId="20577"/>
        <pc:sldMkLst>
          <pc:docMk/>
          <pc:sldMk cId="910563683" sldId="5051"/>
        </pc:sldMkLst>
      </pc:sldChg>
      <pc:sldChg chg="addSp delSp modSp mod">
        <pc:chgData name="Sreejith PM" userId="b3fb4f09-9ecc-48ed-a8cc-ede8e446e1db" providerId="ADAL" clId="{3CF587A2-F03D-40B0-B7CE-AB29985B9A2D}" dt="2024-11-09T06:23:48.406" v="104" actId="478"/>
        <pc:sldMkLst>
          <pc:docMk/>
          <pc:sldMk cId="439343585" sldId="5052"/>
        </pc:sldMkLst>
      </pc:sldChg>
      <pc:sldChg chg="modSp mod">
        <pc:chgData name="Sreejith PM" userId="b3fb4f09-9ecc-48ed-a8cc-ede8e446e1db" providerId="ADAL" clId="{3CF587A2-F03D-40B0-B7CE-AB29985B9A2D}" dt="2024-11-10T11:08:03.434" v="711" actId="20577"/>
        <pc:sldMkLst>
          <pc:docMk/>
          <pc:sldMk cId="920783206" sldId="5086"/>
        </pc:sldMkLst>
      </pc:sldChg>
      <pc:sldChg chg="modSp mod">
        <pc:chgData name="Sreejith PM" userId="b3fb4f09-9ecc-48ed-a8cc-ede8e446e1db" providerId="ADAL" clId="{3CF587A2-F03D-40B0-B7CE-AB29985B9A2D}" dt="2024-11-10T11:14:18.687" v="735" actId="14100"/>
        <pc:sldMkLst>
          <pc:docMk/>
          <pc:sldMk cId="1866141547" sldId="5087"/>
        </pc:sldMkLst>
      </pc:sldChg>
      <pc:sldChg chg="modSp mod">
        <pc:chgData name="Sreejith PM" userId="b3fb4f09-9ecc-48ed-a8cc-ede8e446e1db" providerId="ADAL" clId="{3CF587A2-F03D-40B0-B7CE-AB29985B9A2D}" dt="2024-11-10T11:13:36.837" v="733" actId="122"/>
        <pc:sldMkLst>
          <pc:docMk/>
          <pc:sldMk cId="549963952" sldId="5088"/>
        </pc:sldMkLst>
      </pc:sldChg>
      <pc:sldChg chg="modSp mod">
        <pc:chgData name="Sreejith PM" userId="b3fb4f09-9ecc-48ed-a8cc-ede8e446e1db" providerId="ADAL" clId="{3CF587A2-F03D-40B0-B7CE-AB29985B9A2D}" dt="2024-11-10T11:11:15.103" v="721"/>
        <pc:sldMkLst>
          <pc:docMk/>
          <pc:sldMk cId="1916235446" sldId="5089"/>
        </pc:sldMkLst>
      </pc:sldChg>
    </pc:docChg>
  </pc:docChgLst>
  <pc:docChgLst>
    <pc:chgData name="Rofiul Hasan" userId="S::rofiul.hasan@timesgroup.com::fbfc0b8b-6514-42de-bf3d-613d9762cbd0" providerId="AD" clId="Web-{2937B689-5DAC-C14B-1C15-56A1812779F5}"/>
    <pc:docChg chg="modSld">
      <pc:chgData name="Rofiul Hasan" userId="S::rofiul.hasan@timesgroup.com::fbfc0b8b-6514-42de-bf3d-613d9762cbd0" providerId="AD" clId="Web-{2937B689-5DAC-C14B-1C15-56A1812779F5}" dt="2024-11-09T11:25:48.630" v="0"/>
      <pc:docMkLst>
        <pc:docMk/>
      </pc:docMkLst>
      <pc:sldChg chg="delSp">
        <pc:chgData name="Rofiul Hasan" userId="S::rofiul.hasan@timesgroup.com::fbfc0b8b-6514-42de-bf3d-613d9762cbd0" providerId="AD" clId="Web-{2937B689-5DAC-C14B-1C15-56A1812779F5}" dt="2024-11-09T11:25:48.630" v="0"/>
        <pc:sldMkLst>
          <pc:docMk/>
          <pc:sldMk cId="1358859719" sldId="5074"/>
        </pc:sldMkLst>
      </pc:sldChg>
    </pc:docChg>
  </pc:docChgLst>
  <pc:docChgLst>
    <pc:chgData name="Rofiul Hasan" userId="fbfc0b8b-6514-42de-bf3d-613d9762cbd0" providerId="ADAL" clId="{C393E66D-7B85-4B3F-84B6-6FEA079AFEDD}"/>
    <pc:docChg chg="modSld">
      <pc:chgData name="Rofiul Hasan" userId="fbfc0b8b-6514-42de-bf3d-613d9762cbd0" providerId="ADAL" clId="{C393E66D-7B85-4B3F-84B6-6FEA079AFEDD}" dt="2025-03-19T10:28:52.404" v="0" actId="729"/>
      <pc:docMkLst>
        <pc:docMk/>
      </pc:docMkLst>
      <pc:sldChg chg="mod modShow">
        <pc:chgData name="Rofiul Hasan" userId="fbfc0b8b-6514-42de-bf3d-613d9762cbd0" providerId="ADAL" clId="{C393E66D-7B85-4B3F-84B6-6FEA079AFEDD}" dt="2025-03-19T10:28:52.404" v="0" actId="729"/>
        <pc:sldMkLst>
          <pc:docMk/>
          <pc:sldMk cId="4062117788" sldId="2147471122"/>
        </pc:sldMkLst>
      </pc:sldChg>
      <pc:sldChg chg="mod modShow">
        <pc:chgData name="Rofiul Hasan" userId="fbfc0b8b-6514-42de-bf3d-613d9762cbd0" providerId="ADAL" clId="{C393E66D-7B85-4B3F-84B6-6FEA079AFEDD}" dt="2025-03-19T10:28:52.404" v="0" actId="729"/>
        <pc:sldMkLst>
          <pc:docMk/>
          <pc:sldMk cId="807452645" sldId="2147471123"/>
        </pc:sldMkLst>
      </pc:sldChg>
    </pc:docChg>
  </pc:docChgLst>
  <pc:docChgLst>
    <pc:chgData name="Arka Chattopadhyay" userId="S::arka.chattopadhyay@timesgroup.com::74e2200d-4d4b-4c39-8fd0-2c5bba501521" providerId="AD" clId="Web-{7236093F-F9D3-71AA-2C45-5DC1FCB84BAA}"/>
    <pc:docChg chg="modSld">
      <pc:chgData name="Arka Chattopadhyay" userId="S::arka.chattopadhyay@timesgroup.com::74e2200d-4d4b-4c39-8fd0-2c5bba501521" providerId="AD" clId="Web-{7236093F-F9D3-71AA-2C45-5DC1FCB84BAA}" dt="2024-11-07T10:08:46.953" v="42" actId="20577"/>
      <pc:docMkLst>
        <pc:docMk/>
      </pc:docMkLst>
      <pc:sldChg chg="modSp">
        <pc:chgData name="Arka Chattopadhyay" userId="S::arka.chattopadhyay@timesgroup.com::74e2200d-4d4b-4c39-8fd0-2c5bba501521" providerId="AD" clId="Web-{7236093F-F9D3-71AA-2C45-5DC1FCB84BAA}" dt="2024-11-07T10:08:46.953" v="42" actId="20577"/>
        <pc:sldMkLst>
          <pc:docMk/>
          <pc:sldMk cId="1486644369" sldId="4754"/>
        </pc:sldMkLst>
      </pc:sldChg>
    </pc:docChg>
  </pc:docChgLst>
  <pc:docChgLst>
    <pc:chgData name="Arka Chattopadhyay" userId="74e2200d-4d4b-4c39-8fd0-2c5bba501521" providerId="ADAL" clId="{58188C82-75E3-4FAE-A195-E8788AC0E91A}"/>
    <pc:docChg chg="undo custSel addSld delSld modSld sldOrd modSection">
      <pc:chgData name="Arka Chattopadhyay" userId="74e2200d-4d4b-4c39-8fd0-2c5bba501521" providerId="ADAL" clId="{58188C82-75E3-4FAE-A195-E8788AC0E91A}" dt="2024-11-11T11:34:45.155" v="1939" actId="108"/>
      <pc:docMkLst>
        <pc:docMk/>
      </pc:docMkLst>
      <pc:sldChg chg="addSp modSp mod">
        <pc:chgData name="Arka Chattopadhyay" userId="74e2200d-4d4b-4c39-8fd0-2c5bba501521" providerId="ADAL" clId="{58188C82-75E3-4FAE-A195-E8788AC0E91A}" dt="2024-11-09T09:32:39.541" v="1808" actId="20577"/>
        <pc:sldMkLst>
          <pc:docMk/>
          <pc:sldMk cId="555233315" sldId="4563"/>
        </pc:sldMkLst>
      </pc:sldChg>
      <pc:sldChg chg="del">
        <pc:chgData name="Arka Chattopadhyay" userId="74e2200d-4d4b-4c39-8fd0-2c5bba501521" providerId="ADAL" clId="{58188C82-75E3-4FAE-A195-E8788AC0E91A}" dt="2024-11-09T06:08:06.525" v="265" actId="2696"/>
        <pc:sldMkLst>
          <pc:docMk/>
          <pc:sldMk cId="4236153483" sldId="4617"/>
        </pc:sldMkLst>
      </pc:sldChg>
      <pc:sldChg chg="add del">
        <pc:chgData name="Arka Chattopadhyay" userId="74e2200d-4d4b-4c39-8fd0-2c5bba501521" providerId="ADAL" clId="{58188C82-75E3-4FAE-A195-E8788AC0E91A}" dt="2024-11-09T06:53:59.948" v="827" actId="47"/>
        <pc:sldMkLst>
          <pc:docMk/>
          <pc:sldMk cId="3048139344" sldId="4622"/>
        </pc:sldMkLst>
      </pc:sldChg>
      <pc:sldChg chg="del">
        <pc:chgData name="Arka Chattopadhyay" userId="74e2200d-4d4b-4c39-8fd0-2c5bba501521" providerId="ADAL" clId="{58188C82-75E3-4FAE-A195-E8788AC0E91A}" dt="2024-11-11T10:28:18.678" v="1810" actId="2696"/>
        <pc:sldMkLst>
          <pc:docMk/>
          <pc:sldMk cId="2955553980" sldId="4629"/>
        </pc:sldMkLst>
      </pc:sldChg>
      <pc:sldChg chg="del">
        <pc:chgData name="Arka Chattopadhyay" userId="74e2200d-4d4b-4c39-8fd0-2c5bba501521" providerId="ADAL" clId="{58188C82-75E3-4FAE-A195-E8788AC0E91A}" dt="2024-11-07T10:16:31.575" v="4" actId="2696"/>
        <pc:sldMkLst>
          <pc:docMk/>
          <pc:sldMk cId="1785527604" sldId="4735"/>
        </pc:sldMkLst>
      </pc:sldChg>
      <pc:sldChg chg="modSp del mod">
        <pc:chgData name="Arka Chattopadhyay" userId="74e2200d-4d4b-4c39-8fd0-2c5bba501521" providerId="ADAL" clId="{58188C82-75E3-4FAE-A195-E8788AC0E91A}" dt="2024-11-07T10:23:01.203" v="49" actId="2696"/>
        <pc:sldMkLst>
          <pc:docMk/>
          <pc:sldMk cId="461053007" sldId="4736"/>
        </pc:sldMkLst>
      </pc:sldChg>
      <pc:sldChg chg="del">
        <pc:chgData name="Arka Chattopadhyay" userId="74e2200d-4d4b-4c39-8fd0-2c5bba501521" providerId="ADAL" clId="{58188C82-75E3-4FAE-A195-E8788AC0E91A}" dt="2024-11-09T06:08:13.681" v="266" actId="47"/>
        <pc:sldMkLst>
          <pc:docMk/>
          <pc:sldMk cId="1812112369" sldId="4742"/>
        </pc:sldMkLst>
      </pc:sldChg>
      <pc:sldChg chg="addSp modSp del mod">
        <pc:chgData name="Arka Chattopadhyay" userId="74e2200d-4d4b-4c39-8fd0-2c5bba501521" providerId="ADAL" clId="{58188C82-75E3-4FAE-A195-E8788AC0E91A}" dt="2024-11-09T08:18:42.374" v="1161" actId="2696"/>
        <pc:sldMkLst>
          <pc:docMk/>
          <pc:sldMk cId="402908535" sldId="4746"/>
        </pc:sldMkLst>
      </pc:sldChg>
      <pc:sldChg chg="delSp modSp mod">
        <pc:chgData name="Arka Chattopadhyay" userId="74e2200d-4d4b-4c39-8fd0-2c5bba501521" providerId="ADAL" clId="{58188C82-75E3-4FAE-A195-E8788AC0E91A}" dt="2024-11-11T11:34:45.155" v="1939" actId="108"/>
        <pc:sldMkLst>
          <pc:docMk/>
          <pc:sldMk cId="3492025630" sldId="4748"/>
        </pc:sldMkLst>
      </pc:sldChg>
      <pc:sldChg chg="modSp mod">
        <pc:chgData name="Arka Chattopadhyay" userId="74e2200d-4d4b-4c39-8fd0-2c5bba501521" providerId="ADAL" clId="{58188C82-75E3-4FAE-A195-E8788AC0E91A}" dt="2024-11-09T05:39:34.052" v="246" actId="20577"/>
        <pc:sldMkLst>
          <pc:docMk/>
          <pc:sldMk cId="3911173230" sldId="4752"/>
        </pc:sldMkLst>
      </pc:sldChg>
      <pc:sldChg chg="addSp delSp modSp mod ord">
        <pc:chgData name="Arka Chattopadhyay" userId="74e2200d-4d4b-4c39-8fd0-2c5bba501521" providerId="ADAL" clId="{58188C82-75E3-4FAE-A195-E8788AC0E91A}" dt="2024-11-11T10:28:38.152" v="1812"/>
        <pc:sldMkLst>
          <pc:docMk/>
          <pc:sldMk cId="692127034" sldId="4753"/>
        </pc:sldMkLst>
      </pc:sldChg>
      <pc:sldChg chg="addSp delSp modSp add del mod">
        <pc:chgData name="Arka Chattopadhyay" userId="74e2200d-4d4b-4c39-8fd0-2c5bba501521" providerId="ADAL" clId="{58188C82-75E3-4FAE-A195-E8788AC0E91A}" dt="2024-11-09T06:53:58.208" v="826" actId="2696"/>
        <pc:sldMkLst>
          <pc:docMk/>
          <pc:sldMk cId="1067669698" sldId="4761"/>
        </pc:sldMkLst>
      </pc:sldChg>
      <pc:sldChg chg="modSp mod">
        <pc:chgData name="Arka Chattopadhyay" userId="74e2200d-4d4b-4c39-8fd0-2c5bba501521" providerId="ADAL" clId="{58188C82-75E3-4FAE-A195-E8788AC0E91A}" dt="2024-11-11T11:25:25.729" v="1935" actId="255"/>
        <pc:sldMkLst>
          <pc:docMk/>
          <pc:sldMk cId="2058099133" sldId="4858"/>
        </pc:sldMkLst>
      </pc:sldChg>
      <pc:sldChg chg="modSp mod">
        <pc:chgData name="Arka Chattopadhyay" userId="74e2200d-4d4b-4c39-8fd0-2c5bba501521" providerId="ADAL" clId="{58188C82-75E3-4FAE-A195-E8788AC0E91A}" dt="2024-11-11T11:20:58.528" v="1926" actId="20577"/>
        <pc:sldMkLst>
          <pc:docMk/>
          <pc:sldMk cId="3754344025" sldId="4943"/>
        </pc:sldMkLst>
      </pc:sldChg>
      <pc:sldChg chg="modSp mod">
        <pc:chgData name="Arka Chattopadhyay" userId="74e2200d-4d4b-4c39-8fd0-2c5bba501521" providerId="ADAL" clId="{58188C82-75E3-4FAE-A195-E8788AC0E91A}" dt="2024-11-11T11:08:03.174" v="1852" actId="20577"/>
        <pc:sldMkLst>
          <pc:docMk/>
          <pc:sldMk cId="1813262720" sldId="4968"/>
        </pc:sldMkLst>
      </pc:sldChg>
      <pc:sldChg chg="del">
        <pc:chgData name="Arka Chattopadhyay" userId="74e2200d-4d4b-4c39-8fd0-2c5bba501521" providerId="ADAL" clId="{58188C82-75E3-4FAE-A195-E8788AC0E91A}" dt="2024-11-09T06:09:23.932" v="268" actId="2696"/>
        <pc:sldMkLst>
          <pc:docMk/>
          <pc:sldMk cId="3172044870" sldId="4976"/>
        </pc:sldMkLst>
      </pc:sldChg>
      <pc:sldChg chg="modSp mod">
        <pc:chgData name="Arka Chattopadhyay" userId="74e2200d-4d4b-4c39-8fd0-2c5bba501521" providerId="ADAL" clId="{58188C82-75E3-4FAE-A195-E8788AC0E91A}" dt="2024-11-11T11:23:15.172" v="1930" actId="255"/>
        <pc:sldMkLst>
          <pc:docMk/>
          <pc:sldMk cId="2590893604" sldId="4984"/>
        </pc:sldMkLst>
      </pc:sldChg>
      <pc:sldChg chg="modSp mod">
        <pc:chgData name="Arka Chattopadhyay" userId="74e2200d-4d4b-4c39-8fd0-2c5bba501521" providerId="ADAL" clId="{58188C82-75E3-4FAE-A195-E8788AC0E91A}" dt="2024-11-09T09:14:30.037" v="1601" actId="20577"/>
        <pc:sldMkLst>
          <pc:docMk/>
          <pc:sldMk cId="2019337683" sldId="5027"/>
        </pc:sldMkLst>
      </pc:sldChg>
      <pc:sldChg chg="modSp del mod">
        <pc:chgData name="Arka Chattopadhyay" userId="74e2200d-4d4b-4c39-8fd0-2c5bba501521" providerId="ADAL" clId="{58188C82-75E3-4FAE-A195-E8788AC0E91A}" dt="2024-11-09T06:08:13.681" v="266" actId="47"/>
        <pc:sldMkLst>
          <pc:docMk/>
          <pc:sldMk cId="2687591957" sldId="5038"/>
        </pc:sldMkLst>
      </pc:sldChg>
      <pc:sldChg chg="modSp mod">
        <pc:chgData name="Arka Chattopadhyay" userId="74e2200d-4d4b-4c39-8fd0-2c5bba501521" providerId="ADAL" clId="{58188C82-75E3-4FAE-A195-E8788AC0E91A}" dt="2024-11-11T11:19:39.055" v="1920" actId="20577"/>
        <pc:sldMkLst>
          <pc:docMk/>
          <pc:sldMk cId="3109159187" sldId="5038"/>
        </pc:sldMkLst>
      </pc:sldChg>
      <pc:sldChg chg="del">
        <pc:chgData name="Arka Chattopadhyay" userId="74e2200d-4d4b-4c39-8fd0-2c5bba501521" providerId="ADAL" clId="{58188C82-75E3-4FAE-A195-E8788AC0E91A}" dt="2024-11-09T06:08:13.681" v="266" actId="47"/>
        <pc:sldMkLst>
          <pc:docMk/>
          <pc:sldMk cId="3523664457" sldId="5039"/>
        </pc:sldMkLst>
      </pc:sldChg>
      <pc:sldChg chg="del">
        <pc:chgData name="Arka Chattopadhyay" userId="74e2200d-4d4b-4c39-8fd0-2c5bba501521" providerId="ADAL" clId="{58188C82-75E3-4FAE-A195-E8788AC0E91A}" dt="2024-11-09T06:09:12.356" v="267" actId="2696"/>
        <pc:sldMkLst>
          <pc:docMk/>
          <pc:sldMk cId="1401290587" sldId="5041"/>
        </pc:sldMkLst>
      </pc:sldChg>
      <pc:sldChg chg="modSp mod">
        <pc:chgData name="Arka Chattopadhyay" userId="74e2200d-4d4b-4c39-8fd0-2c5bba501521" providerId="ADAL" clId="{58188C82-75E3-4FAE-A195-E8788AC0E91A}" dt="2024-11-11T11:06:44.906" v="1850" actId="6549"/>
        <pc:sldMkLst>
          <pc:docMk/>
          <pc:sldMk cId="1504348582" sldId="5046"/>
        </pc:sldMkLst>
      </pc:sldChg>
      <pc:sldChg chg="modSp mod">
        <pc:chgData name="Arka Chattopadhyay" userId="74e2200d-4d4b-4c39-8fd0-2c5bba501521" providerId="ADAL" clId="{58188C82-75E3-4FAE-A195-E8788AC0E91A}" dt="2024-11-09T06:01:50.377" v="250" actId="6549"/>
        <pc:sldMkLst>
          <pc:docMk/>
          <pc:sldMk cId="3861509174" sldId="5050"/>
        </pc:sldMkLst>
      </pc:sldChg>
      <pc:sldChg chg="delSp modSp mod">
        <pc:chgData name="Arka Chattopadhyay" userId="74e2200d-4d4b-4c39-8fd0-2c5bba501521" providerId="ADAL" clId="{58188C82-75E3-4FAE-A195-E8788AC0E91A}" dt="2024-11-09T06:23:48.874" v="370" actId="478"/>
        <pc:sldMkLst>
          <pc:docMk/>
          <pc:sldMk cId="439343585" sldId="5052"/>
        </pc:sldMkLst>
      </pc:sldChg>
      <pc:sldChg chg="modSp mod">
        <pc:chgData name="Arka Chattopadhyay" userId="74e2200d-4d4b-4c39-8fd0-2c5bba501521" providerId="ADAL" clId="{58188C82-75E3-4FAE-A195-E8788AC0E91A}" dt="2024-11-09T06:07:19.001" v="264" actId="20577"/>
        <pc:sldMkLst>
          <pc:docMk/>
          <pc:sldMk cId="4191005789" sldId="5053"/>
        </pc:sldMkLst>
      </pc:sldChg>
      <pc:sldChg chg="modSp mod">
        <pc:chgData name="Arka Chattopadhyay" userId="74e2200d-4d4b-4c39-8fd0-2c5bba501521" providerId="ADAL" clId="{58188C82-75E3-4FAE-A195-E8788AC0E91A}" dt="2024-11-11T11:22:03.177" v="1927" actId="20577"/>
        <pc:sldMkLst>
          <pc:docMk/>
          <pc:sldMk cId="1629509949" sldId="5054"/>
        </pc:sldMkLst>
      </pc:sldChg>
      <pc:sldChg chg="modSp del mod modShow">
        <pc:chgData name="Arka Chattopadhyay" userId="74e2200d-4d4b-4c39-8fd0-2c5bba501521" providerId="ADAL" clId="{58188C82-75E3-4FAE-A195-E8788AC0E91A}" dt="2024-11-09T09:31:47.271" v="1777" actId="2696"/>
        <pc:sldMkLst>
          <pc:docMk/>
          <pc:sldMk cId="1289910631" sldId="5055"/>
        </pc:sldMkLst>
      </pc:sldChg>
      <pc:sldChg chg="modSp del mod">
        <pc:chgData name="Arka Chattopadhyay" userId="74e2200d-4d4b-4c39-8fd0-2c5bba501521" providerId="ADAL" clId="{58188C82-75E3-4FAE-A195-E8788AC0E91A}" dt="2024-11-09T06:09:43.595" v="269" actId="47"/>
        <pc:sldMkLst>
          <pc:docMk/>
          <pc:sldMk cId="2428370206" sldId="5056"/>
        </pc:sldMkLst>
      </pc:sldChg>
      <pc:sldChg chg="addSp delSp modSp mod">
        <pc:chgData name="Arka Chattopadhyay" userId="74e2200d-4d4b-4c39-8fd0-2c5bba501521" providerId="ADAL" clId="{58188C82-75E3-4FAE-A195-E8788AC0E91A}" dt="2024-11-09T05:18:46.145" v="122"/>
        <pc:sldMkLst>
          <pc:docMk/>
          <pc:sldMk cId="3284850259" sldId="5057"/>
        </pc:sldMkLst>
      </pc:sldChg>
      <pc:sldChg chg="addSp delSp modSp del mod">
        <pc:chgData name="Arka Chattopadhyay" userId="74e2200d-4d4b-4c39-8fd0-2c5bba501521" providerId="ADAL" clId="{58188C82-75E3-4FAE-A195-E8788AC0E91A}" dt="2024-11-09T06:09:47.228" v="270" actId="47"/>
        <pc:sldMkLst>
          <pc:docMk/>
          <pc:sldMk cId="3366598161" sldId="5058"/>
        </pc:sldMkLst>
      </pc:sldChg>
      <pc:sldChg chg="addSp modSp del">
        <pc:chgData name="Arka Chattopadhyay" userId="74e2200d-4d4b-4c39-8fd0-2c5bba501521" providerId="ADAL" clId="{58188C82-75E3-4FAE-A195-E8788AC0E91A}" dt="2024-11-09T06:55:36.846" v="828" actId="2696"/>
        <pc:sldMkLst>
          <pc:docMk/>
          <pc:sldMk cId="2419285934" sldId="5068"/>
        </pc:sldMkLst>
      </pc:sldChg>
      <pc:sldChg chg="addSp delSp modSp add mod">
        <pc:chgData name="Arka Chattopadhyay" userId="74e2200d-4d4b-4c39-8fd0-2c5bba501521" providerId="ADAL" clId="{58188C82-75E3-4FAE-A195-E8788AC0E91A}" dt="2024-11-09T09:24:05.672" v="1607" actId="167"/>
        <pc:sldMkLst>
          <pc:docMk/>
          <pc:sldMk cId="1358859719" sldId="5074"/>
        </pc:sldMkLst>
      </pc:sldChg>
      <pc:sldChg chg="addSp delSp modSp add del mod">
        <pc:chgData name="Arka Chattopadhyay" userId="74e2200d-4d4b-4c39-8fd0-2c5bba501521" providerId="ADAL" clId="{58188C82-75E3-4FAE-A195-E8788AC0E91A}" dt="2024-11-09T05:25:40.219" v="130" actId="2696"/>
        <pc:sldMkLst>
          <pc:docMk/>
          <pc:sldMk cId="2883678470" sldId="5074"/>
        </pc:sldMkLst>
      </pc:sldChg>
      <pc:sldChg chg="add del">
        <pc:chgData name="Arka Chattopadhyay" userId="74e2200d-4d4b-4c39-8fd0-2c5bba501521" providerId="ADAL" clId="{58188C82-75E3-4FAE-A195-E8788AC0E91A}" dt="2024-11-09T05:18:55.795" v="124" actId="2696"/>
        <pc:sldMkLst>
          <pc:docMk/>
          <pc:sldMk cId="3540274066" sldId="5074"/>
        </pc:sldMkLst>
      </pc:sldChg>
      <pc:sldChg chg="add del">
        <pc:chgData name="Arka Chattopadhyay" userId="74e2200d-4d4b-4c39-8fd0-2c5bba501521" providerId="ADAL" clId="{58188C82-75E3-4FAE-A195-E8788AC0E91A}" dt="2024-11-09T05:18:50.897" v="123" actId="2696"/>
        <pc:sldMkLst>
          <pc:docMk/>
          <pc:sldMk cId="654817616" sldId="5075"/>
        </pc:sldMkLst>
      </pc:sldChg>
      <pc:sldChg chg="add del">
        <pc:chgData name="Arka Chattopadhyay" userId="74e2200d-4d4b-4c39-8fd0-2c5bba501521" providerId="ADAL" clId="{58188C82-75E3-4FAE-A195-E8788AC0E91A}" dt="2024-11-09T05:25:36.616" v="129" actId="2696"/>
        <pc:sldMkLst>
          <pc:docMk/>
          <pc:sldMk cId="4259917194" sldId="5075"/>
        </pc:sldMkLst>
      </pc:sldChg>
      <pc:sldChg chg="modSp add mod">
        <pc:chgData name="Arka Chattopadhyay" userId="74e2200d-4d4b-4c39-8fd0-2c5bba501521" providerId="ADAL" clId="{58188C82-75E3-4FAE-A195-E8788AC0E91A}" dt="2024-11-09T09:31:02.880" v="1776" actId="20577"/>
        <pc:sldMkLst>
          <pc:docMk/>
          <pc:sldMk cId="2776846709" sldId="5077"/>
        </pc:sldMkLst>
      </pc:sldChg>
      <pc:sldChg chg="modSp mod">
        <pc:chgData name="Arka Chattopadhyay" userId="74e2200d-4d4b-4c39-8fd0-2c5bba501521" providerId="ADAL" clId="{58188C82-75E3-4FAE-A195-E8788AC0E91A}" dt="2024-11-11T11:26:46.758" v="1937" actId="255"/>
        <pc:sldMkLst>
          <pc:docMk/>
          <pc:sldMk cId="3516504931" sldId="5083"/>
        </pc:sldMkLst>
      </pc:sldChg>
      <pc:sldChg chg="modSp mod">
        <pc:chgData name="Arka Chattopadhyay" userId="74e2200d-4d4b-4c39-8fd0-2c5bba501521" providerId="ADAL" clId="{58188C82-75E3-4FAE-A195-E8788AC0E91A}" dt="2024-11-11T11:10:35.731" v="1877" actId="20577"/>
        <pc:sldMkLst>
          <pc:docMk/>
          <pc:sldMk cId="920783206" sldId="5086"/>
        </pc:sldMkLst>
      </pc:sldChg>
      <pc:sldChg chg="modSp mod">
        <pc:chgData name="Arka Chattopadhyay" userId="74e2200d-4d4b-4c39-8fd0-2c5bba501521" providerId="ADAL" clId="{58188C82-75E3-4FAE-A195-E8788AC0E91A}" dt="2024-11-11T11:12:32.605" v="1915" actId="20577"/>
        <pc:sldMkLst>
          <pc:docMk/>
          <pc:sldMk cId="1866141547" sldId="5087"/>
        </pc:sldMkLst>
      </pc:sldChg>
      <pc:sldChg chg="modSp mod">
        <pc:chgData name="Arka Chattopadhyay" userId="74e2200d-4d4b-4c39-8fd0-2c5bba501521" providerId="ADAL" clId="{58188C82-75E3-4FAE-A195-E8788AC0E91A}" dt="2024-11-11T11:16:59.028" v="1918" actId="20577"/>
        <pc:sldMkLst>
          <pc:docMk/>
          <pc:sldMk cId="549963952" sldId="5088"/>
        </pc:sldMkLst>
      </pc:sldChg>
      <pc:sldChg chg="modSp mod">
        <pc:chgData name="Arka Chattopadhyay" userId="74e2200d-4d4b-4c39-8fd0-2c5bba501521" providerId="ADAL" clId="{58188C82-75E3-4FAE-A195-E8788AC0E91A}" dt="2024-11-11T11:18:43.888" v="1919" actId="20577"/>
        <pc:sldMkLst>
          <pc:docMk/>
          <pc:sldMk cId="1916235446" sldId="5089"/>
        </pc:sldMkLst>
      </pc:sldChg>
      <pc:sldChg chg="modSp del mod">
        <pc:chgData name="Arka Chattopadhyay" userId="74e2200d-4d4b-4c39-8fd0-2c5bba501521" providerId="ADAL" clId="{58188C82-75E3-4FAE-A195-E8788AC0E91A}" dt="2024-11-11T11:34:12.591" v="1938" actId="108"/>
        <pc:sldMkLst>
          <pc:docMk/>
          <pc:sldMk cId="2245049227" sldId="2147470885"/>
        </pc:sldMkLst>
      </pc:sldChg>
    </pc:docChg>
  </pc:docChgLst>
  <pc:docChgLst>
    <pc:chgData name="Rofiul Hasan" userId="S::rofiul.hasan@timesgroup.com::fbfc0b8b-6514-42de-bf3d-613d9762cbd0" providerId="AD" clId="Web-{32D403D3-2607-D4DE-1764-3C056BA7200B}"/>
    <pc:docChg chg="modSld">
      <pc:chgData name="Rofiul Hasan" userId="S::rofiul.hasan@timesgroup.com::fbfc0b8b-6514-42de-bf3d-613d9762cbd0" providerId="AD" clId="Web-{32D403D3-2607-D4DE-1764-3C056BA7200B}" dt="2025-01-29T12:57:14.540" v="11"/>
      <pc:docMkLst>
        <pc:docMk/>
      </pc:docMkLst>
      <pc:sldChg chg="modSp">
        <pc:chgData name="Rofiul Hasan" userId="S::rofiul.hasan@timesgroup.com::fbfc0b8b-6514-42de-bf3d-613d9762cbd0" providerId="AD" clId="Web-{32D403D3-2607-D4DE-1764-3C056BA7200B}" dt="2025-01-29T12:57:14.540" v="11"/>
        <pc:sldMkLst>
          <pc:docMk/>
          <pc:sldMk cId="910563683" sldId="5051"/>
        </pc:sldMkLst>
      </pc:sldChg>
    </pc:docChg>
  </pc:docChgLst>
  <pc:docChgLst>
    <pc:chgData name="Linson V V" userId="075c4cc9-6382-4686-add6-593eb1d48ee5" providerId="ADAL" clId="{9DCDBEA1-648E-4A49-8398-23C91BBA3DEE}"/>
    <pc:docChg chg="undo custSel addSld delSld modSld sldOrd modMainMaster addSection delSection modSection">
      <pc:chgData name="Linson V V" userId="075c4cc9-6382-4686-add6-593eb1d48ee5" providerId="ADAL" clId="{9DCDBEA1-648E-4A49-8398-23C91BBA3DEE}" dt="2025-02-03T13:10:18.709" v="6862" actId="14100"/>
      <pc:docMkLst>
        <pc:docMk/>
      </pc:docMkLst>
      <pc:sldChg chg="modSp mod">
        <pc:chgData name="Linson V V" userId="075c4cc9-6382-4686-add6-593eb1d48ee5" providerId="ADAL" clId="{9DCDBEA1-648E-4A49-8398-23C91BBA3DEE}" dt="2025-02-03T03:41:07.968" v="3799" actId="20577"/>
        <pc:sldMkLst>
          <pc:docMk/>
          <pc:sldMk cId="1475570677" sldId="4408"/>
        </pc:sldMkLst>
        <pc:spChg chg="mod">
          <ac:chgData name="Linson V V" userId="075c4cc9-6382-4686-add6-593eb1d48ee5" providerId="ADAL" clId="{9DCDBEA1-648E-4A49-8398-23C91BBA3DEE}" dt="2025-02-03T03:41:07.968" v="3799" actId="20577"/>
          <ac:spMkLst>
            <pc:docMk/>
            <pc:sldMk cId="1475570677" sldId="4408"/>
            <ac:spMk id="6" creationId="{B0D267B5-50EF-4847-B663-61DE78DF9792}"/>
          </ac:spMkLst>
        </pc:spChg>
      </pc:sldChg>
      <pc:sldChg chg="del">
        <pc:chgData name="Linson V V" userId="075c4cc9-6382-4686-add6-593eb1d48ee5" providerId="ADAL" clId="{9DCDBEA1-648E-4A49-8398-23C91BBA3DEE}" dt="2025-01-27T11:02:17.762" v="120" actId="47"/>
        <pc:sldMkLst>
          <pc:docMk/>
          <pc:sldMk cId="1343996021" sldId="4529"/>
        </pc:sldMkLst>
      </pc:sldChg>
      <pc:sldChg chg="del">
        <pc:chgData name="Linson V V" userId="075c4cc9-6382-4686-add6-593eb1d48ee5" providerId="ADAL" clId="{9DCDBEA1-648E-4A49-8398-23C91BBA3DEE}" dt="2025-02-01T08:57:24.176" v="2142" actId="47"/>
        <pc:sldMkLst>
          <pc:docMk/>
          <pc:sldMk cId="555233315" sldId="4563"/>
        </pc:sldMkLst>
      </pc:sldChg>
      <pc:sldChg chg="del">
        <pc:chgData name="Linson V V" userId="075c4cc9-6382-4686-add6-593eb1d48ee5" providerId="ADAL" clId="{9DCDBEA1-648E-4A49-8398-23C91BBA3DEE}" dt="2025-02-01T08:57:24.176" v="2142" actId="47"/>
        <pc:sldMkLst>
          <pc:docMk/>
          <pc:sldMk cId="3837581032" sldId="4620"/>
        </pc:sldMkLst>
      </pc:sldChg>
      <pc:sldChg chg="addSp delSp modSp mod modClrScheme chgLayout">
        <pc:chgData name="Linson V V" userId="075c4cc9-6382-4686-add6-593eb1d48ee5" providerId="ADAL" clId="{9DCDBEA1-648E-4A49-8398-23C91BBA3DEE}" dt="2025-01-30T03:42:17.346" v="150" actId="478"/>
        <pc:sldMkLst>
          <pc:docMk/>
          <pc:sldMk cId="3090435545" sldId="4709"/>
        </pc:sldMkLst>
      </pc:sldChg>
      <pc:sldChg chg="del">
        <pc:chgData name="Linson V V" userId="075c4cc9-6382-4686-add6-593eb1d48ee5" providerId="ADAL" clId="{9DCDBEA1-648E-4A49-8398-23C91BBA3DEE}" dt="2025-01-27T11:02:17.762" v="120" actId="47"/>
        <pc:sldMkLst>
          <pc:docMk/>
          <pc:sldMk cId="1106847150" sldId="4717"/>
        </pc:sldMkLst>
      </pc:sldChg>
      <pc:sldChg chg="delSp modSp del mod">
        <pc:chgData name="Linson V V" userId="075c4cc9-6382-4686-add6-593eb1d48ee5" providerId="ADAL" clId="{9DCDBEA1-648E-4A49-8398-23C91BBA3DEE}" dt="2025-02-01T10:38:18.926" v="3047" actId="2696"/>
        <pc:sldMkLst>
          <pc:docMk/>
          <pc:sldMk cId="1074165951" sldId="4725"/>
        </pc:sldMkLst>
      </pc:sldChg>
      <pc:sldChg chg="modSp add mod modClrScheme chgLayout">
        <pc:chgData name="Linson V V" userId="075c4cc9-6382-4686-add6-593eb1d48ee5" providerId="ADAL" clId="{9DCDBEA1-648E-4A49-8398-23C91BBA3DEE}" dt="2025-02-03T13:10:06.491" v="6861" actId="20577"/>
        <pc:sldMkLst>
          <pc:docMk/>
          <pc:sldMk cId="3671376948" sldId="4725"/>
        </pc:sldMkLst>
      </pc:sldChg>
      <pc:sldChg chg="del">
        <pc:chgData name="Linson V V" userId="075c4cc9-6382-4686-add6-593eb1d48ee5" providerId="ADAL" clId="{9DCDBEA1-648E-4A49-8398-23C91BBA3DEE}" dt="2025-01-27T11:02:17.762" v="120" actId="47"/>
        <pc:sldMkLst>
          <pc:docMk/>
          <pc:sldMk cId="3809578438" sldId="4728"/>
        </pc:sldMkLst>
      </pc:sldChg>
      <pc:sldChg chg="addSp delSp modSp mod modClrScheme chgLayout">
        <pc:chgData name="Linson V V" userId="075c4cc9-6382-4686-add6-593eb1d48ee5" providerId="ADAL" clId="{9DCDBEA1-648E-4A49-8398-23C91BBA3DEE}" dt="2025-01-30T03:41:31.237" v="135" actId="478"/>
        <pc:sldMkLst>
          <pc:docMk/>
          <pc:sldMk cId="2777340189" sldId="4732"/>
        </pc:sldMkLst>
      </pc:sldChg>
      <pc:sldChg chg="addSp delSp modSp mod">
        <pc:chgData name="Linson V V" userId="075c4cc9-6382-4686-add6-593eb1d48ee5" providerId="ADAL" clId="{9DCDBEA1-648E-4A49-8398-23C91BBA3DEE}" dt="2025-02-03T11:32:27.435" v="6347" actId="20577"/>
        <pc:sldMkLst>
          <pc:docMk/>
          <pc:sldMk cId="3313685249" sldId="4734"/>
        </pc:sldMkLst>
      </pc:sldChg>
      <pc:sldChg chg="addSp delSp modSp mod">
        <pc:chgData name="Linson V V" userId="075c4cc9-6382-4686-add6-593eb1d48ee5" providerId="ADAL" clId="{9DCDBEA1-648E-4A49-8398-23C91BBA3DEE}" dt="2025-02-03T12:57:05.121" v="6788" actId="20577"/>
        <pc:sldMkLst>
          <pc:docMk/>
          <pc:sldMk cId="2301755188" sldId="4735"/>
        </pc:sldMkLst>
        <pc:spChg chg="mod">
          <ac:chgData name="Linson V V" userId="075c4cc9-6382-4686-add6-593eb1d48ee5" providerId="ADAL" clId="{9DCDBEA1-648E-4A49-8398-23C91BBA3DEE}" dt="2025-02-03T12:57:05.121" v="6788" actId="20577"/>
          <ac:spMkLst>
            <pc:docMk/>
            <pc:sldMk cId="2301755188" sldId="4735"/>
            <ac:spMk id="6" creationId="{5118F9C1-B069-8CFF-EEF1-ACB19FB0355F}"/>
          </ac:spMkLst>
        </pc:spChg>
        <pc:spChg chg="add mod">
          <ac:chgData name="Linson V V" userId="075c4cc9-6382-4686-add6-593eb1d48ee5" providerId="ADAL" clId="{9DCDBEA1-648E-4A49-8398-23C91BBA3DEE}" dt="2025-02-03T09:42:17.212" v="5878" actId="1076"/>
          <ac:spMkLst>
            <pc:docMk/>
            <pc:sldMk cId="2301755188" sldId="4735"/>
            <ac:spMk id="7" creationId="{F7AD1002-BACD-427C-A624-58BB5A1DC711}"/>
          </ac:spMkLst>
        </pc:spChg>
        <pc:spChg chg="add mod">
          <ac:chgData name="Linson V V" userId="075c4cc9-6382-4686-add6-593eb1d48ee5" providerId="ADAL" clId="{9DCDBEA1-648E-4A49-8398-23C91BBA3DEE}" dt="2025-02-03T09:42:13.197" v="5877" actId="1076"/>
          <ac:spMkLst>
            <pc:docMk/>
            <pc:sldMk cId="2301755188" sldId="4735"/>
            <ac:spMk id="8" creationId="{D889EE7B-6DA3-4D8B-8DB7-F3E350DF3B63}"/>
          </ac:spMkLst>
        </pc:spChg>
        <pc:spChg chg="mod">
          <ac:chgData name="Linson V V" userId="075c4cc9-6382-4686-add6-593eb1d48ee5" providerId="ADAL" clId="{9DCDBEA1-648E-4A49-8398-23C91BBA3DEE}" dt="2025-02-03T12:56:25.392" v="6787" actId="20577"/>
          <ac:spMkLst>
            <pc:docMk/>
            <pc:sldMk cId="2301755188" sldId="4735"/>
            <ac:spMk id="13" creationId="{CAD1399C-D2CC-4988-9010-E615BAC39E7D}"/>
          </ac:spMkLst>
        </pc:spChg>
        <pc:graphicFrameChg chg="mod modGraphic">
          <ac:chgData name="Linson V V" userId="075c4cc9-6382-4686-add6-593eb1d48ee5" providerId="ADAL" clId="{9DCDBEA1-648E-4A49-8398-23C91BBA3DEE}" dt="2025-02-03T11:36:26.886" v="6360" actId="20577"/>
          <ac:graphicFrameMkLst>
            <pc:docMk/>
            <pc:sldMk cId="2301755188" sldId="4735"/>
            <ac:graphicFrameMk id="5" creationId="{416E8AC2-B9A5-9832-1AC8-3540A6B445A2}"/>
          </ac:graphicFrameMkLst>
        </pc:graphicFrameChg>
      </pc:sldChg>
      <pc:sldChg chg="del">
        <pc:chgData name="Linson V V" userId="075c4cc9-6382-4686-add6-593eb1d48ee5" providerId="ADAL" clId="{9DCDBEA1-648E-4A49-8398-23C91BBA3DEE}" dt="2025-01-27T11:02:51.927" v="122" actId="47"/>
        <pc:sldMkLst>
          <pc:docMk/>
          <pc:sldMk cId="3492025630" sldId="4748"/>
        </pc:sldMkLst>
      </pc:sldChg>
      <pc:sldChg chg="del">
        <pc:chgData name="Linson V V" userId="075c4cc9-6382-4686-add6-593eb1d48ee5" providerId="ADAL" clId="{9DCDBEA1-648E-4A49-8398-23C91BBA3DEE}" dt="2025-01-27T11:02:51.927" v="122" actId="47"/>
        <pc:sldMkLst>
          <pc:docMk/>
          <pc:sldMk cId="3911173230" sldId="4752"/>
        </pc:sldMkLst>
      </pc:sldChg>
      <pc:sldChg chg="del">
        <pc:chgData name="Linson V V" userId="075c4cc9-6382-4686-add6-593eb1d48ee5" providerId="ADAL" clId="{9DCDBEA1-648E-4A49-8398-23C91BBA3DEE}" dt="2025-01-27T11:02:17.762" v="120" actId="47"/>
        <pc:sldMkLst>
          <pc:docMk/>
          <pc:sldMk cId="1200656161" sldId="4760"/>
        </pc:sldMkLst>
      </pc:sldChg>
      <pc:sldChg chg="del">
        <pc:chgData name="Linson V V" userId="075c4cc9-6382-4686-add6-593eb1d48ee5" providerId="ADAL" clId="{9DCDBEA1-648E-4A49-8398-23C91BBA3DEE}" dt="2025-02-01T08:57:03.018" v="2141" actId="2696"/>
        <pc:sldMkLst>
          <pc:docMk/>
          <pc:sldMk cId="1550982254" sldId="4813"/>
        </pc:sldMkLst>
      </pc:sldChg>
      <pc:sldChg chg="modSp mod">
        <pc:chgData name="Linson V V" userId="075c4cc9-6382-4686-add6-593eb1d48ee5" providerId="ADAL" clId="{9DCDBEA1-648E-4A49-8398-23C91BBA3DEE}" dt="2025-02-01T06:41:53.001" v="1660" actId="20577"/>
        <pc:sldMkLst>
          <pc:docMk/>
          <pc:sldMk cId="2002308485" sldId="4823"/>
        </pc:sldMkLst>
      </pc:sldChg>
      <pc:sldChg chg="del">
        <pc:chgData name="Linson V V" userId="075c4cc9-6382-4686-add6-593eb1d48ee5" providerId="ADAL" clId="{9DCDBEA1-648E-4A49-8398-23C91BBA3DEE}" dt="2025-01-27T11:02:17.762" v="120" actId="47"/>
        <pc:sldMkLst>
          <pc:docMk/>
          <pc:sldMk cId="1464542432" sldId="4824"/>
        </pc:sldMkLst>
      </pc:sldChg>
      <pc:sldChg chg="del">
        <pc:chgData name="Linson V V" userId="075c4cc9-6382-4686-add6-593eb1d48ee5" providerId="ADAL" clId="{9DCDBEA1-648E-4A49-8398-23C91BBA3DEE}" dt="2025-01-27T11:02:17.762" v="120" actId="47"/>
        <pc:sldMkLst>
          <pc:docMk/>
          <pc:sldMk cId="1912181409" sldId="4826"/>
        </pc:sldMkLst>
      </pc:sldChg>
      <pc:sldChg chg="addSp delSp modSp del mod setBg">
        <pc:chgData name="Linson V V" userId="075c4cc9-6382-4686-add6-593eb1d48ee5" providerId="ADAL" clId="{9DCDBEA1-648E-4A49-8398-23C91BBA3DEE}" dt="2025-02-01T10:38:18.926" v="3047" actId="2696"/>
        <pc:sldMkLst>
          <pc:docMk/>
          <pc:sldMk cId="1022939990" sldId="4833"/>
        </pc:sldMkLst>
      </pc:sldChg>
      <pc:sldChg chg="modSp add mod modClrScheme chgLayout">
        <pc:chgData name="Linson V V" userId="075c4cc9-6382-4686-add6-593eb1d48ee5" providerId="ADAL" clId="{9DCDBEA1-648E-4A49-8398-23C91BBA3DEE}" dt="2025-02-01T11:24:58.606" v="3447" actId="20577"/>
        <pc:sldMkLst>
          <pc:docMk/>
          <pc:sldMk cId="3397389575" sldId="4833"/>
        </pc:sldMkLst>
      </pc:sldChg>
      <pc:sldChg chg="del">
        <pc:chgData name="Linson V V" userId="075c4cc9-6382-4686-add6-593eb1d48ee5" providerId="ADAL" clId="{9DCDBEA1-648E-4A49-8398-23C91BBA3DEE}" dt="2025-02-01T08:57:03.018" v="2141" actId="2696"/>
        <pc:sldMkLst>
          <pc:docMk/>
          <pc:sldMk cId="368173622" sldId="4836"/>
        </pc:sldMkLst>
      </pc:sldChg>
      <pc:sldChg chg="del">
        <pc:chgData name="Linson V V" userId="075c4cc9-6382-4686-add6-593eb1d48ee5" providerId="ADAL" clId="{9DCDBEA1-648E-4A49-8398-23C91BBA3DEE}" dt="2025-01-27T11:02:17.762" v="120" actId="47"/>
        <pc:sldMkLst>
          <pc:docMk/>
          <pc:sldMk cId="2027090478" sldId="4836"/>
        </pc:sldMkLst>
      </pc:sldChg>
      <pc:sldChg chg="del">
        <pc:chgData name="Linson V V" userId="075c4cc9-6382-4686-add6-593eb1d48ee5" providerId="ADAL" clId="{9DCDBEA1-648E-4A49-8398-23C91BBA3DEE}" dt="2025-02-01T08:57:03.018" v="2141" actId="2696"/>
        <pc:sldMkLst>
          <pc:docMk/>
          <pc:sldMk cId="3105590851" sldId="4837"/>
        </pc:sldMkLst>
      </pc:sldChg>
      <pc:sldChg chg="del">
        <pc:chgData name="Linson V V" userId="075c4cc9-6382-4686-add6-593eb1d48ee5" providerId="ADAL" clId="{9DCDBEA1-648E-4A49-8398-23C91BBA3DEE}" dt="2025-02-01T08:57:03.018" v="2141" actId="2696"/>
        <pc:sldMkLst>
          <pc:docMk/>
          <pc:sldMk cId="1078850062" sldId="4838"/>
        </pc:sldMkLst>
      </pc:sldChg>
      <pc:sldChg chg="del">
        <pc:chgData name="Linson V V" userId="075c4cc9-6382-4686-add6-593eb1d48ee5" providerId="ADAL" clId="{9DCDBEA1-648E-4A49-8398-23C91BBA3DEE}" dt="2025-01-27T11:02:17.762" v="120" actId="47"/>
        <pc:sldMkLst>
          <pc:docMk/>
          <pc:sldMk cId="4191331967" sldId="4843"/>
        </pc:sldMkLst>
      </pc:sldChg>
      <pc:sldChg chg="del">
        <pc:chgData name="Linson V V" userId="075c4cc9-6382-4686-add6-593eb1d48ee5" providerId="ADAL" clId="{9DCDBEA1-648E-4A49-8398-23C91BBA3DEE}" dt="2025-01-27T11:02:17.762" v="120" actId="47"/>
        <pc:sldMkLst>
          <pc:docMk/>
          <pc:sldMk cId="1926970232" sldId="4847"/>
        </pc:sldMkLst>
      </pc:sldChg>
      <pc:sldChg chg="del">
        <pc:chgData name="Linson V V" userId="075c4cc9-6382-4686-add6-593eb1d48ee5" providerId="ADAL" clId="{9DCDBEA1-648E-4A49-8398-23C91BBA3DEE}" dt="2025-01-27T11:02:17.762" v="120" actId="47"/>
        <pc:sldMkLst>
          <pc:docMk/>
          <pc:sldMk cId="2010592123" sldId="4852"/>
        </pc:sldMkLst>
      </pc:sldChg>
      <pc:sldChg chg="del">
        <pc:chgData name="Linson V V" userId="075c4cc9-6382-4686-add6-593eb1d48ee5" providerId="ADAL" clId="{9DCDBEA1-648E-4A49-8398-23C91BBA3DEE}" dt="2025-01-27T11:02:17.762" v="120" actId="47"/>
        <pc:sldMkLst>
          <pc:docMk/>
          <pc:sldMk cId="2058099133" sldId="4858"/>
        </pc:sldMkLst>
      </pc:sldChg>
      <pc:sldChg chg="del">
        <pc:chgData name="Linson V V" userId="075c4cc9-6382-4686-add6-593eb1d48ee5" providerId="ADAL" clId="{9DCDBEA1-648E-4A49-8398-23C91BBA3DEE}" dt="2025-01-27T11:02:17.762" v="120" actId="47"/>
        <pc:sldMkLst>
          <pc:docMk/>
          <pc:sldMk cId="270853132" sldId="4861"/>
        </pc:sldMkLst>
      </pc:sldChg>
      <pc:sldChg chg="addSp modSp mod ord">
        <pc:chgData name="Linson V V" userId="075c4cc9-6382-4686-add6-593eb1d48ee5" providerId="ADAL" clId="{9DCDBEA1-648E-4A49-8398-23C91BBA3DEE}" dt="2025-02-01T10:35:30.105" v="3015" actId="20577"/>
        <pc:sldMkLst>
          <pc:docMk/>
          <pc:sldMk cId="2136716181" sldId="4884"/>
        </pc:sldMkLst>
      </pc:sldChg>
      <pc:sldChg chg="del">
        <pc:chgData name="Linson V V" userId="075c4cc9-6382-4686-add6-593eb1d48ee5" providerId="ADAL" clId="{9DCDBEA1-648E-4A49-8398-23C91BBA3DEE}" dt="2025-01-27T11:02:17.762" v="120" actId="47"/>
        <pc:sldMkLst>
          <pc:docMk/>
          <pc:sldMk cId="55266863" sldId="4885"/>
        </pc:sldMkLst>
      </pc:sldChg>
      <pc:sldChg chg="delSp modSp mod">
        <pc:chgData name="Linson V V" userId="075c4cc9-6382-4686-add6-593eb1d48ee5" providerId="ADAL" clId="{9DCDBEA1-648E-4A49-8398-23C91BBA3DEE}" dt="2025-02-03T03:39:59.550" v="3792" actId="14100"/>
        <pc:sldMkLst>
          <pc:docMk/>
          <pc:sldMk cId="3304315509" sldId="4886"/>
        </pc:sldMkLst>
      </pc:sldChg>
      <pc:sldChg chg="del">
        <pc:chgData name="Linson V V" userId="075c4cc9-6382-4686-add6-593eb1d48ee5" providerId="ADAL" clId="{9DCDBEA1-648E-4A49-8398-23C91BBA3DEE}" dt="2025-01-27T11:02:17.762" v="120" actId="47"/>
        <pc:sldMkLst>
          <pc:docMk/>
          <pc:sldMk cId="1225896893" sldId="4929"/>
        </pc:sldMkLst>
      </pc:sldChg>
      <pc:sldChg chg="del">
        <pc:chgData name="Linson V V" userId="075c4cc9-6382-4686-add6-593eb1d48ee5" providerId="ADAL" clId="{9DCDBEA1-648E-4A49-8398-23C91BBA3DEE}" dt="2025-01-27T11:02:17.762" v="120" actId="47"/>
        <pc:sldMkLst>
          <pc:docMk/>
          <pc:sldMk cId="3754344025" sldId="4943"/>
        </pc:sldMkLst>
      </pc:sldChg>
      <pc:sldChg chg="del">
        <pc:chgData name="Linson V V" userId="075c4cc9-6382-4686-add6-593eb1d48ee5" providerId="ADAL" clId="{9DCDBEA1-648E-4A49-8398-23C91BBA3DEE}" dt="2025-01-27T11:02:17.762" v="120" actId="47"/>
        <pc:sldMkLst>
          <pc:docMk/>
          <pc:sldMk cId="1813262720" sldId="4968"/>
        </pc:sldMkLst>
      </pc:sldChg>
      <pc:sldChg chg="del">
        <pc:chgData name="Linson V V" userId="075c4cc9-6382-4686-add6-593eb1d48ee5" providerId="ADAL" clId="{9DCDBEA1-648E-4A49-8398-23C91BBA3DEE}" dt="2025-01-27T11:02:17.762" v="120" actId="47"/>
        <pc:sldMkLst>
          <pc:docMk/>
          <pc:sldMk cId="3172044870" sldId="4976"/>
        </pc:sldMkLst>
      </pc:sldChg>
      <pc:sldChg chg="del">
        <pc:chgData name="Linson V V" userId="075c4cc9-6382-4686-add6-593eb1d48ee5" providerId="ADAL" clId="{9DCDBEA1-648E-4A49-8398-23C91BBA3DEE}" dt="2025-01-27T11:02:17.762" v="120" actId="47"/>
        <pc:sldMkLst>
          <pc:docMk/>
          <pc:sldMk cId="2590893604" sldId="4984"/>
        </pc:sldMkLst>
      </pc:sldChg>
      <pc:sldChg chg="del">
        <pc:chgData name="Linson V V" userId="075c4cc9-6382-4686-add6-593eb1d48ee5" providerId="ADAL" clId="{9DCDBEA1-648E-4A49-8398-23C91BBA3DEE}" dt="2025-01-27T11:02:17.762" v="120" actId="47"/>
        <pc:sldMkLst>
          <pc:docMk/>
          <pc:sldMk cId="2075267224" sldId="4990"/>
        </pc:sldMkLst>
      </pc:sldChg>
      <pc:sldChg chg="del">
        <pc:chgData name="Linson V V" userId="075c4cc9-6382-4686-add6-593eb1d48ee5" providerId="ADAL" clId="{9DCDBEA1-648E-4A49-8398-23C91BBA3DEE}" dt="2025-01-27T11:02:17.762" v="120" actId="47"/>
        <pc:sldMkLst>
          <pc:docMk/>
          <pc:sldMk cId="2015180156" sldId="5002"/>
        </pc:sldMkLst>
      </pc:sldChg>
      <pc:sldChg chg="del">
        <pc:chgData name="Linson V V" userId="075c4cc9-6382-4686-add6-593eb1d48ee5" providerId="ADAL" clId="{9DCDBEA1-648E-4A49-8398-23C91BBA3DEE}" dt="2025-01-27T11:02:17.762" v="120" actId="47"/>
        <pc:sldMkLst>
          <pc:docMk/>
          <pc:sldMk cId="2108132707" sldId="5008"/>
        </pc:sldMkLst>
      </pc:sldChg>
      <pc:sldChg chg="del">
        <pc:chgData name="Linson V V" userId="075c4cc9-6382-4686-add6-593eb1d48ee5" providerId="ADAL" clId="{9DCDBEA1-648E-4A49-8398-23C91BBA3DEE}" dt="2025-01-27T11:02:17.762" v="120" actId="47"/>
        <pc:sldMkLst>
          <pc:docMk/>
          <pc:sldMk cId="2019337683" sldId="5027"/>
        </pc:sldMkLst>
      </pc:sldChg>
      <pc:sldChg chg="del">
        <pc:chgData name="Linson V V" userId="075c4cc9-6382-4686-add6-593eb1d48ee5" providerId="ADAL" clId="{9DCDBEA1-648E-4A49-8398-23C91BBA3DEE}" dt="2025-01-27T11:02:17.762" v="120" actId="47"/>
        <pc:sldMkLst>
          <pc:docMk/>
          <pc:sldMk cId="3109159187" sldId="5038"/>
        </pc:sldMkLst>
      </pc:sldChg>
      <pc:sldChg chg="del">
        <pc:chgData name="Linson V V" userId="075c4cc9-6382-4686-add6-593eb1d48ee5" providerId="ADAL" clId="{9DCDBEA1-648E-4A49-8398-23C91BBA3DEE}" dt="2025-01-27T11:02:17.762" v="120" actId="47"/>
        <pc:sldMkLst>
          <pc:docMk/>
          <pc:sldMk cId="1683384311" sldId="5039"/>
        </pc:sldMkLst>
      </pc:sldChg>
      <pc:sldChg chg="del">
        <pc:chgData name="Linson V V" userId="075c4cc9-6382-4686-add6-593eb1d48ee5" providerId="ADAL" clId="{9DCDBEA1-648E-4A49-8398-23C91BBA3DEE}" dt="2025-01-27T11:02:17.762" v="120" actId="47"/>
        <pc:sldMkLst>
          <pc:docMk/>
          <pc:sldMk cId="2278775205" sldId="5040"/>
        </pc:sldMkLst>
      </pc:sldChg>
      <pc:sldChg chg="del">
        <pc:chgData name="Linson V V" userId="075c4cc9-6382-4686-add6-593eb1d48ee5" providerId="ADAL" clId="{9DCDBEA1-648E-4A49-8398-23C91BBA3DEE}" dt="2025-01-27T11:02:17.762" v="120" actId="47"/>
        <pc:sldMkLst>
          <pc:docMk/>
          <pc:sldMk cId="1504348582" sldId="5046"/>
        </pc:sldMkLst>
      </pc:sldChg>
      <pc:sldChg chg="del">
        <pc:chgData name="Linson V V" userId="075c4cc9-6382-4686-add6-593eb1d48ee5" providerId="ADAL" clId="{9DCDBEA1-648E-4A49-8398-23C91BBA3DEE}" dt="2025-01-27T11:02:51.927" v="122" actId="47"/>
        <pc:sldMkLst>
          <pc:docMk/>
          <pc:sldMk cId="3861509174" sldId="5050"/>
        </pc:sldMkLst>
      </pc:sldChg>
      <pc:sldChg chg="addSp delSp modSp del mod">
        <pc:chgData name="Linson V V" userId="075c4cc9-6382-4686-add6-593eb1d48ee5" providerId="ADAL" clId="{9DCDBEA1-648E-4A49-8398-23C91BBA3DEE}" dt="2025-02-01T10:45:58.233" v="3097" actId="2696"/>
        <pc:sldMkLst>
          <pc:docMk/>
          <pc:sldMk cId="910563683" sldId="5051"/>
        </pc:sldMkLst>
      </pc:sldChg>
      <pc:sldChg chg="del">
        <pc:chgData name="Linson V V" userId="075c4cc9-6382-4686-add6-593eb1d48ee5" providerId="ADAL" clId="{9DCDBEA1-648E-4A49-8398-23C91BBA3DEE}" dt="2025-01-27T11:02:51.927" v="122" actId="47"/>
        <pc:sldMkLst>
          <pc:docMk/>
          <pc:sldMk cId="4191005789" sldId="5053"/>
        </pc:sldMkLst>
      </pc:sldChg>
      <pc:sldChg chg="del">
        <pc:chgData name="Linson V V" userId="075c4cc9-6382-4686-add6-593eb1d48ee5" providerId="ADAL" clId="{9DCDBEA1-648E-4A49-8398-23C91BBA3DEE}" dt="2025-01-27T11:02:17.762" v="120" actId="47"/>
        <pc:sldMkLst>
          <pc:docMk/>
          <pc:sldMk cId="1629509949" sldId="5054"/>
        </pc:sldMkLst>
      </pc:sldChg>
      <pc:sldChg chg="del">
        <pc:chgData name="Linson V V" userId="075c4cc9-6382-4686-add6-593eb1d48ee5" providerId="ADAL" clId="{9DCDBEA1-648E-4A49-8398-23C91BBA3DEE}" dt="2025-01-27T11:02:51.927" v="122" actId="47"/>
        <pc:sldMkLst>
          <pc:docMk/>
          <pc:sldMk cId="2776846709" sldId="5077"/>
        </pc:sldMkLst>
      </pc:sldChg>
      <pc:sldChg chg="modSp mod">
        <pc:chgData name="Linson V V" userId="075c4cc9-6382-4686-add6-593eb1d48ee5" providerId="ADAL" clId="{9DCDBEA1-648E-4A49-8398-23C91BBA3DEE}" dt="2025-02-03T05:27:46.137" v="3985" actId="13926"/>
        <pc:sldMkLst>
          <pc:docMk/>
          <pc:sldMk cId="1277787334" sldId="5079"/>
        </pc:sldMkLst>
      </pc:sldChg>
      <pc:sldChg chg="del">
        <pc:chgData name="Linson V V" userId="075c4cc9-6382-4686-add6-593eb1d48ee5" providerId="ADAL" clId="{9DCDBEA1-648E-4A49-8398-23C91BBA3DEE}" dt="2025-01-27T11:02:17.762" v="120" actId="47"/>
        <pc:sldMkLst>
          <pc:docMk/>
          <pc:sldMk cId="4284980887" sldId="5080"/>
        </pc:sldMkLst>
      </pc:sldChg>
      <pc:sldChg chg="del">
        <pc:chgData name="Linson V V" userId="075c4cc9-6382-4686-add6-593eb1d48ee5" providerId="ADAL" clId="{9DCDBEA1-648E-4A49-8398-23C91BBA3DEE}" dt="2025-01-27T11:02:17.762" v="120" actId="47"/>
        <pc:sldMkLst>
          <pc:docMk/>
          <pc:sldMk cId="2934528997" sldId="5081"/>
        </pc:sldMkLst>
      </pc:sldChg>
      <pc:sldChg chg="del">
        <pc:chgData name="Linson V V" userId="075c4cc9-6382-4686-add6-593eb1d48ee5" providerId="ADAL" clId="{9DCDBEA1-648E-4A49-8398-23C91BBA3DEE}" dt="2025-01-27T11:02:17.762" v="120" actId="47"/>
        <pc:sldMkLst>
          <pc:docMk/>
          <pc:sldMk cId="3440009256" sldId="5082"/>
        </pc:sldMkLst>
      </pc:sldChg>
      <pc:sldChg chg="del">
        <pc:chgData name="Linson V V" userId="075c4cc9-6382-4686-add6-593eb1d48ee5" providerId="ADAL" clId="{9DCDBEA1-648E-4A49-8398-23C91BBA3DEE}" dt="2025-01-27T11:02:17.762" v="120" actId="47"/>
        <pc:sldMkLst>
          <pc:docMk/>
          <pc:sldMk cId="3516504931" sldId="5083"/>
        </pc:sldMkLst>
      </pc:sldChg>
      <pc:sldChg chg="addSp delSp modSp mod ord">
        <pc:chgData name="Linson V V" userId="075c4cc9-6382-4686-add6-593eb1d48ee5" providerId="ADAL" clId="{9DCDBEA1-648E-4A49-8398-23C91BBA3DEE}" dt="2025-02-03T12:58:34.587" v="6794" actId="1076"/>
        <pc:sldMkLst>
          <pc:docMk/>
          <pc:sldMk cId="3538360134" sldId="5083"/>
        </pc:sldMkLst>
        <pc:spChg chg="mod">
          <ac:chgData name="Linson V V" userId="075c4cc9-6382-4686-add6-593eb1d48ee5" providerId="ADAL" clId="{9DCDBEA1-648E-4A49-8398-23C91BBA3DEE}" dt="2025-02-03T12:58:09.008" v="6789" actId="20577"/>
          <ac:spMkLst>
            <pc:docMk/>
            <pc:sldMk cId="3538360134" sldId="5083"/>
            <ac:spMk id="2" creationId="{998BFA22-0EDD-4CC7-85CF-71188A09EAE5}"/>
          </ac:spMkLst>
        </pc:spChg>
        <pc:spChg chg="add mod">
          <ac:chgData name="Linson V V" userId="075c4cc9-6382-4686-add6-593eb1d48ee5" providerId="ADAL" clId="{9DCDBEA1-648E-4A49-8398-23C91BBA3DEE}" dt="2025-02-01T05:49:25.198" v="1337" actId="1038"/>
          <ac:spMkLst>
            <pc:docMk/>
            <pc:sldMk cId="3538360134" sldId="5083"/>
            <ac:spMk id="3" creationId="{18C40471-702E-41D2-A1A6-5F7B2F3C1A6D}"/>
          </ac:spMkLst>
        </pc:spChg>
        <pc:spChg chg="add mod">
          <ac:chgData name="Linson V V" userId="075c4cc9-6382-4686-add6-593eb1d48ee5" providerId="ADAL" clId="{9DCDBEA1-648E-4A49-8398-23C91BBA3DEE}" dt="2025-02-01T05:49:25.198" v="1337" actId="1038"/>
          <ac:spMkLst>
            <pc:docMk/>
            <pc:sldMk cId="3538360134" sldId="5083"/>
            <ac:spMk id="4" creationId="{7CD5D36A-FBDE-4A4E-946B-5F7356B7333C}"/>
          </ac:spMkLst>
        </pc:spChg>
        <pc:spChg chg="add mod">
          <ac:chgData name="Linson V V" userId="075c4cc9-6382-4686-add6-593eb1d48ee5" providerId="ADAL" clId="{9DCDBEA1-648E-4A49-8398-23C91BBA3DEE}" dt="2025-02-01T06:09:19.285" v="1407" actId="1036"/>
          <ac:spMkLst>
            <pc:docMk/>
            <pc:sldMk cId="3538360134" sldId="5083"/>
            <ac:spMk id="5" creationId="{638223D7-0F0C-4BAC-A0D1-74A48E9937A3}"/>
          </ac:spMkLst>
        </pc:spChg>
        <pc:spChg chg="add mod">
          <ac:chgData name="Linson V V" userId="075c4cc9-6382-4686-add6-593eb1d48ee5" providerId="ADAL" clId="{9DCDBEA1-648E-4A49-8398-23C91BBA3DEE}" dt="2025-02-01T06:22:26.917" v="1439" actId="208"/>
          <ac:spMkLst>
            <pc:docMk/>
            <pc:sldMk cId="3538360134" sldId="5083"/>
            <ac:spMk id="6" creationId="{5A668B3C-9EA9-4B54-AE89-99169D336DF1}"/>
          </ac:spMkLst>
        </pc:spChg>
        <pc:spChg chg="mod">
          <ac:chgData name="Linson V V" userId="075c4cc9-6382-4686-add6-593eb1d48ee5" providerId="ADAL" clId="{9DCDBEA1-648E-4A49-8398-23C91BBA3DEE}" dt="2025-02-03T12:58:34.587" v="6794" actId="1076"/>
          <ac:spMkLst>
            <pc:docMk/>
            <pc:sldMk cId="3538360134" sldId="5083"/>
            <ac:spMk id="8" creationId="{C977BC1C-30BE-B80B-5C66-6182B4CEE8BA}"/>
          </ac:spMkLst>
        </pc:spChg>
        <pc:spChg chg="mod">
          <ac:chgData name="Linson V V" userId="075c4cc9-6382-4686-add6-593eb1d48ee5" providerId="ADAL" clId="{9DCDBEA1-648E-4A49-8398-23C91BBA3DEE}" dt="2025-02-03T09:20:31.782" v="5650" actId="20577"/>
          <ac:spMkLst>
            <pc:docMk/>
            <pc:sldMk cId="3538360134" sldId="5083"/>
            <ac:spMk id="9" creationId="{1397880F-A0EF-7842-4E76-A44384497B8A}"/>
          </ac:spMkLst>
        </pc:spChg>
        <pc:spChg chg="mod">
          <ac:chgData name="Linson V V" userId="075c4cc9-6382-4686-add6-593eb1d48ee5" providerId="ADAL" clId="{9DCDBEA1-648E-4A49-8398-23C91BBA3DEE}" dt="2025-02-03T11:38:31.142" v="6361" actId="14100"/>
          <ac:spMkLst>
            <pc:docMk/>
            <pc:sldMk cId="3538360134" sldId="5083"/>
            <ac:spMk id="19" creationId="{EAC66A58-A12D-4C74-8B07-3DB142D6FB71}"/>
          </ac:spMkLst>
        </pc:spChg>
        <pc:spChg chg="mod ord">
          <ac:chgData name="Linson V V" userId="075c4cc9-6382-4686-add6-593eb1d48ee5" providerId="ADAL" clId="{9DCDBEA1-648E-4A49-8398-23C91BBA3DEE}" dt="2025-02-01T05:56:41.505" v="1386" actId="1076"/>
          <ac:spMkLst>
            <pc:docMk/>
            <pc:sldMk cId="3538360134" sldId="5083"/>
            <ac:spMk id="45" creationId="{803DC5B9-FD57-4124-8E78-89685B9F3655}"/>
          </ac:spMkLst>
        </pc:spChg>
        <pc:spChg chg="add mod">
          <ac:chgData name="Linson V V" userId="075c4cc9-6382-4686-add6-593eb1d48ee5" providerId="ADAL" clId="{9DCDBEA1-648E-4A49-8398-23C91BBA3DEE}" dt="2025-02-01T05:49:25.198" v="1337" actId="1038"/>
          <ac:spMkLst>
            <pc:docMk/>
            <pc:sldMk cId="3538360134" sldId="5083"/>
            <ac:spMk id="52" creationId="{D6416FAE-8E8F-42B7-95A3-F4E60862E5C1}"/>
          </ac:spMkLst>
        </pc:spChg>
        <pc:spChg chg="mod">
          <ac:chgData name="Linson V V" userId="075c4cc9-6382-4686-add6-593eb1d48ee5" providerId="ADAL" clId="{9DCDBEA1-648E-4A49-8398-23C91BBA3DEE}" dt="2025-02-03T06:47:18.250" v="4597" actId="1076"/>
          <ac:spMkLst>
            <pc:docMk/>
            <pc:sldMk cId="3538360134" sldId="5083"/>
            <ac:spMk id="54" creationId="{400513D5-D89B-4309-ABAC-D6C622F30008}"/>
          </ac:spMkLst>
        </pc:spChg>
        <pc:spChg chg="add mod">
          <ac:chgData name="Linson V V" userId="075c4cc9-6382-4686-add6-593eb1d48ee5" providerId="ADAL" clId="{9DCDBEA1-648E-4A49-8398-23C91BBA3DEE}" dt="2025-02-01T06:07:34.248" v="1395" actId="1076"/>
          <ac:spMkLst>
            <pc:docMk/>
            <pc:sldMk cId="3538360134" sldId="5083"/>
            <ac:spMk id="55" creationId="{DCBE1284-90CB-4AC3-9ED0-41E820A65AD4}"/>
          </ac:spMkLst>
        </pc:spChg>
        <pc:spChg chg="mod">
          <ac:chgData name="Linson V V" userId="075c4cc9-6382-4686-add6-593eb1d48ee5" providerId="ADAL" clId="{9DCDBEA1-648E-4A49-8398-23C91BBA3DEE}" dt="2025-02-01T06:34:07.533" v="1527" actId="1076"/>
          <ac:spMkLst>
            <pc:docMk/>
            <pc:sldMk cId="3538360134" sldId="5083"/>
            <ac:spMk id="57" creationId="{FC9B4551-684C-4836-8394-32C8C210C7DE}"/>
          </ac:spMkLst>
        </pc:spChg>
        <pc:spChg chg="mod">
          <ac:chgData name="Linson V V" userId="075c4cc9-6382-4686-add6-593eb1d48ee5" providerId="ADAL" clId="{9DCDBEA1-648E-4A49-8398-23C91BBA3DEE}" dt="2025-02-03T06:47:15.754" v="4596" actId="14100"/>
          <ac:spMkLst>
            <pc:docMk/>
            <pc:sldMk cId="3538360134" sldId="5083"/>
            <ac:spMk id="58" creationId="{10EE12C0-EEA3-4934-AAA6-388AE8078A4D}"/>
          </ac:spMkLst>
        </pc:spChg>
        <pc:spChg chg="mod">
          <ac:chgData name="Linson V V" userId="075c4cc9-6382-4686-add6-593eb1d48ee5" providerId="ADAL" clId="{9DCDBEA1-648E-4A49-8398-23C91BBA3DEE}" dt="2025-02-03T06:47:13.057" v="4595" actId="1076"/>
          <ac:spMkLst>
            <pc:docMk/>
            <pc:sldMk cId="3538360134" sldId="5083"/>
            <ac:spMk id="59" creationId="{36310FDF-6EF4-432E-B549-6BAD70720EDF}"/>
          </ac:spMkLst>
        </pc:spChg>
        <pc:spChg chg="mod">
          <ac:chgData name="Linson V V" userId="075c4cc9-6382-4686-add6-593eb1d48ee5" providerId="ADAL" clId="{9DCDBEA1-648E-4A49-8398-23C91BBA3DEE}" dt="2025-02-01T06:33:23.830" v="1520" actId="404"/>
          <ac:spMkLst>
            <pc:docMk/>
            <pc:sldMk cId="3538360134" sldId="5083"/>
            <ac:spMk id="60" creationId="{AAE257AD-128E-4EF6-AE34-0049C89971D0}"/>
          </ac:spMkLst>
        </pc:spChg>
        <pc:spChg chg="mod">
          <ac:chgData name="Linson V V" userId="075c4cc9-6382-4686-add6-593eb1d48ee5" providerId="ADAL" clId="{9DCDBEA1-648E-4A49-8398-23C91BBA3DEE}" dt="2025-02-01T06:22:02.428" v="1437" actId="207"/>
          <ac:spMkLst>
            <pc:docMk/>
            <pc:sldMk cId="3538360134" sldId="5083"/>
            <ac:spMk id="61" creationId="{385202E8-932F-4989-9992-C654EDA38B57}"/>
          </ac:spMkLst>
        </pc:spChg>
        <pc:spChg chg="mod">
          <ac:chgData name="Linson V V" userId="075c4cc9-6382-4686-add6-593eb1d48ee5" providerId="ADAL" clId="{9DCDBEA1-648E-4A49-8398-23C91BBA3DEE}" dt="2025-02-03T06:47:13.057" v="4595" actId="1076"/>
          <ac:spMkLst>
            <pc:docMk/>
            <pc:sldMk cId="3538360134" sldId="5083"/>
            <ac:spMk id="62" creationId="{FAC826A3-C166-40AD-AFED-D274DE48CC23}"/>
          </ac:spMkLst>
        </pc:spChg>
        <pc:spChg chg="mod">
          <ac:chgData name="Linson V V" userId="075c4cc9-6382-4686-add6-593eb1d48ee5" providerId="ADAL" clId="{9DCDBEA1-648E-4A49-8398-23C91BBA3DEE}" dt="2025-02-03T06:47:13.057" v="4595" actId="1076"/>
          <ac:spMkLst>
            <pc:docMk/>
            <pc:sldMk cId="3538360134" sldId="5083"/>
            <ac:spMk id="64" creationId="{E55848FB-5031-47DA-9F50-B4B9AEE95857}"/>
          </ac:spMkLst>
        </pc:spChg>
        <pc:spChg chg="mod">
          <ac:chgData name="Linson V V" userId="075c4cc9-6382-4686-add6-593eb1d48ee5" providerId="ADAL" clId="{9DCDBEA1-648E-4A49-8398-23C91BBA3DEE}" dt="2025-02-03T06:47:13.057" v="4595" actId="1076"/>
          <ac:spMkLst>
            <pc:docMk/>
            <pc:sldMk cId="3538360134" sldId="5083"/>
            <ac:spMk id="68" creationId="{9A509B25-EA62-4E10-9A18-76FB464B1F7D}"/>
          </ac:spMkLst>
        </pc:spChg>
        <pc:spChg chg="mod">
          <ac:chgData name="Linson V V" userId="075c4cc9-6382-4686-add6-593eb1d48ee5" providerId="ADAL" clId="{9DCDBEA1-648E-4A49-8398-23C91BBA3DEE}" dt="2025-02-03T11:45:07.963" v="6368" actId="20577"/>
          <ac:spMkLst>
            <pc:docMk/>
            <pc:sldMk cId="3538360134" sldId="5083"/>
            <ac:spMk id="73" creationId="{B8BC58D1-EEBC-45EC-9DA9-2B07307051D2}"/>
          </ac:spMkLst>
        </pc:spChg>
        <pc:spChg chg="mod">
          <ac:chgData name="Linson V V" userId="075c4cc9-6382-4686-add6-593eb1d48ee5" providerId="ADAL" clId="{9DCDBEA1-648E-4A49-8398-23C91BBA3DEE}" dt="2025-02-03T06:47:13.057" v="4595" actId="1076"/>
          <ac:spMkLst>
            <pc:docMk/>
            <pc:sldMk cId="3538360134" sldId="5083"/>
            <ac:spMk id="74" creationId="{45D47604-5031-45DC-8EE9-5C4E88189D42}"/>
          </ac:spMkLst>
        </pc:spChg>
        <pc:spChg chg="mod">
          <ac:chgData name="Linson V V" userId="075c4cc9-6382-4686-add6-593eb1d48ee5" providerId="ADAL" clId="{9DCDBEA1-648E-4A49-8398-23C91BBA3DEE}" dt="2025-02-03T06:47:13.057" v="4595" actId="1076"/>
          <ac:spMkLst>
            <pc:docMk/>
            <pc:sldMk cId="3538360134" sldId="5083"/>
            <ac:spMk id="75" creationId="{A84AD55F-E5A1-4F0A-BA5D-41D94F8B44EC}"/>
          </ac:spMkLst>
        </pc:spChg>
        <pc:spChg chg="mod">
          <ac:chgData name="Linson V V" userId="075c4cc9-6382-4686-add6-593eb1d48ee5" providerId="ADAL" clId="{9DCDBEA1-648E-4A49-8398-23C91BBA3DEE}" dt="2025-02-03T06:47:13.057" v="4595" actId="1076"/>
          <ac:spMkLst>
            <pc:docMk/>
            <pc:sldMk cId="3538360134" sldId="5083"/>
            <ac:spMk id="76" creationId="{7693A3C0-A62E-4A91-AAB0-1A83D05A0D1A}"/>
          </ac:spMkLst>
        </pc:spChg>
        <pc:spChg chg="mod">
          <ac:chgData name="Linson V V" userId="075c4cc9-6382-4686-add6-593eb1d48ee5" providerId="ADAL" clId="{9DCDBEA1-648E-4A49-8398-23C91BBA3DEE}" dt="2025-02-03T06:47:13.057" v="4595" actId="1076"/>
          <ac:spMkLst>
            <pc:docMk/>
            <pc:sldMk cId="3538360134" sldId="5083"/>
            <ac:spMk id="77" creationId="{BB931A20-23AE-4BE0-9DF0-6D941D90F4FD}"/>
          </ac:spMkLst>
        </pc:spChg>
        <pc:spChg chg="mod">
          <ac:chgData name="Linson V V" userId="075c4cc9-6382-4686-add6-593eb1d48ee5" providerId="ADAL" clId="{9DCDBEA1-648E-4A49-8398-23C91BBA3DEE}" dt="2025-02-01T06:35:17.712" v="1542" actId="1076"/>
          <ac:spMkLst>
            <pc:docMk/>
            <pc:sldMk cId="3538360134" sldId="5083"/>
            <ac:spMk id="78" creationId="{0B5DC0B7-7AA2-4D17-9E94-35DF15E11728}"/>
          </ac:spMkLst>
        </pc:spChg>
        <pc:spChg chg="mod">
          <ac:chgData name="Linson V V" userId="075c4cc9-6382-4686-add6-593eb1d48ee5" providerId="ADAL" clId="{9DCDBEA1-648E-4A49-8398-23C91BBA3DEE}" dt="2025-02-03T06:47:13.057" v="4595" actId="1076"/>
          <ac:spMkLst>
            <pc:docMk/>
            <pc:sldMk cId="3538360134" sldId="5083"/>
            <ac:spMk id="79" creationId="{74D923E4-C141-49C1-B2FA-A089893DCE35}"/>
          </ac:spMkLst>
        </pc:spChg>
        <pc:spChg chg="mod">
          <ac:chgData name="Linson V V" userId="075c4cc9-6382-4686-add6-593eb1d48ee5" providerId="ADAL" clId="{9DCDBEA1-648E-4A49-8398-23C91BBA3DEE}" dt="2025-02-03T06:47:13.057" v="4595" actId="1076"/>
          <ac:spMkLst>
            <pc:docMk/>
            <pc:sldMk cId="3538360134" sldId="5083"/>
            <ac:spMk id="80" creationId="{79206BC3-0991-4372-9857-4560BB995D00}"/>
          </ac:spMkLst>
        </pc:spChg>
        <pc:spChg chg="mod">
          <ac:chgData name="Linson V V" userId="075c4cc9-6382-4686-add6-593eb1d48ee5" providerId="ADAL" clId="{9DCDBEA1-648E-4A49-8398-23C91BBA3DEE}" dt="2025-02-03T06:47:13.057" v="4595" actId="1076"/>
          <ac:spMkLst>
            <pc:docMk/>
            <pc:sldMk cId="3538360134" sldId="5083"/>
            <ac:spMk id="81" creationId="{B91500F1-4608-46CC-B529-DE51CBCBA741}"/>
          </ac:spMkLst>
        </pc:spChg>
        <pc:spChg chg="mod">
          <ac:chgData name="Linson V V" userId="075c4cc9-6382-4686-add6-593eb1d48ee5" providerId="ADAL" clId="{9DCDBEA1-648E-4A49-8398-23C91BBA3DEE}" dt="2025-02-03T06:47:13.057" v="4595" actId="1076"/>
          <ac:spMkLst>
            <pc:docMk/>
            <pc:sldMk cId="3538360134" sldId="5083"/>
            <ac:spMk id="85" creationId="{2E32D160-E65E-4CF5-B1B6-D65F7E1C610D}"/>
          </ac:spMkLst>
        </pc:spChg>
        <pc:spChg chg="add mod">
          <ac:chgData name="Linson V V" userId="075c4cc9-6382-4686-add6-593eb1d48ee5" providerId="ADAL" clId="{9DCDBEA1-648E-4A49-8398-23C91BBA3DEE}" dt="2025-02-01T06:07:22.044" v="1394" actId="1076"/>
          <ac:spMkLst>
            <pc:docMk/>
            <pc:sldMk cId="3538360134" sldId="5083"/>
            <ac:spMk id="86" creationId="{98164C0C-A9E4-4981-BCA0-B8B85E5512DC}"/>
          </ac:spMkLst>
        </pc:spChg>
        <pc:spChg chg="mod">
          <ac:chgData name="Linson V V" userId="075c4cc9-6382-4686-add6-593eb1d48ee5" providerId="ADAL" clId="{9DCDBEA1-648E-4A49-8398-23C91BBA3DEE}" dt="2025-02-03T04:46:21.906" v="3840" actId="20577"/>
          <ac:spMkLst>
            <pc:docMk/>
            <pc:sldMk cId="3538360134" sldId="5083"/>
            <ac:spMk id="87" creationId="{C112717C-6EC8-41CC-9B2C-64A433BE0229}"/>
          </ac:spMkLst>
        </pc:spChg>
        <pc:spChg chg="mod">
          <ac:chgData name="Linson V V" userId="075c4cc9-6382-4686-add6-593eb1d48ee5" providerId="ADAL" clId="{9DCDBEA1-648E-4A49-8398-23C91BBA3DEE}" dt="2025-02-01T06:35:17.712" v="1542" actId="1076"/>
          <ac:spMkLst>
            <pc:docMk/>
            <pc:sldMk cId="3538360134" sldId="5083"/>
            <ac:spMk id="88" creationId="{50054C33-4890-478C-9359-B80594B5E2A6}"/>
          </ac:spMkLst>
        </pc:spChg>
        <pc:spChg chg="add mod">
          <ac:chgData name="Linson V V" userId="075c4cc9-6382-4686-add6-593eb1d48ee5" providerId="ADAL" clId="{9DCDBEA1-648E-4A49-8398-23C91BBA3DEE}" dt="2025-02-01T06:08:46.072" v="1400" actId="1076"/>
          <ac:spMkLst>
            <pc:docMk/>
            <pc:sldMk cId="3538360134" sldId="5083"/>
            <ac:spMk id="89" creationId="{35F37879-06B9-48F7-BB11-F41FC98C30B7}"/>
          </ac:spMkLst>
        </pc:spChg>
        <pc:spChg chg="add mod ord">
          <ac:chgData name="Linson V V" userId="075c4cc9-6382-4686-add6-593eb1d48ee5" providerId="ADAL" clId="{9DCDBEA1-648E-4A49-8398-23C91BBA3DEE}" dt="2025-02-01T06:08:36.518" v="1397" actId="14100"/>
          <ac:spMkLst>
            <pc:docMk/>
            <pc:sldMk cId="3538360134" sldId="5083"/>
            <ac:spMk id="90" creationId="{EDB805AC-11EC-442F-94B6-BFD48D7B6C7E}"/>
          </ac:spMkLst>
        </pc:spChg>
        <pc:spChg chg="add mod">
          <ac:chgData name="Linson V V" userId="075c4cc9-6382-4686-add6-593eb1d48ee5" providerId="ADAL" clId="{9DCDBEA1-648E-4A49-8398-23C91BBA3DEE}" dt="2025-02-03T09:20:09.763" v="5640" actId="14100"/>
          <ac:spMkLst>
            <pc:docMk/>
            <pc:sldMk cId="3538360134" sldId="5083"/>
            <ac:spMk id="100" creationId="{12FFB705-76F6-4738-99F7-EE68291375FA}"/>
          </ac:spMkLst>
        </pc:spChg>
        <pc:spChg chg="add mod">
          <ac:chgData name="Linson V V" userId="075c4cc9-6382-4686-add6-593eb1d48ee5" providerId="ADAL" clId="{9DCDBEA1-648E-4A49-8398-23C91BBA3DEE}" dt="2025-02-03T09:19:59.083" v="5639" actId="1076"/>
          <ac:spMkLst>
            <pc:docMk/>
            <pc:sldMk cId="3538360134" sldId="5083"/>
            <ac:spMk id="101" creationId="{5CCBCF49-0599-4A1B-88AC-12ECF000E7D6}"/>
          </ac:spMkLst>
        </pc:spChg>
        <pc:spChg chg="add mod">
          <ac:chgData name="Linson V V" userId="075c4cc9-6382-4686-add6-593eb1d48ee5" providerId="ADAL" clId="{9DCDBEA1-648E-4A49-8398-23C91BBA3DEE}" dt="2025-02-03T11:55:45.225" v="6419" actId="13926"/>
          <ac:spMkLst>
            <pc:docMk/>
            <pc:sldMk cId="3538360134" sldId="5083"/>
            <ac:spMk id="103" creationId="{AC9D2B3F-AD16-4B5C-A294-84948C890F11}"/>
          </ac:spMkLst>
        </pc:spChg>
        <pc:spChg chg="add mod">
          <ac:chgData name="Linson V V" userId="075c4cc9-6382-4686-add6-593eb1d48ee5" providerId="ADAL" clId="{9DCDBEA1-648E-4A49-8398-23C91BBA3DEE}" dt="2025-02-01T06:38:26.402" v="1626" actId="1038"/>
          <ac:spMkLst>
            <pc:docMk/>
            <pc:sldMk cId="3538360134" sldId="5083"/>
            <ac:spMk id="104" creationId="{130EE508-CF59-4402-9C36-D521A80D3C48}"/>
          </ac:spMkLst>
        </pc:spChg>
        <pc:spChg chg="add mod">
          <ac:chgData name="Linson V V" userId="075c4cc9-6382-4686-add6-593eb1d48ee5" providerId="ADAL" clId="{9DCDBEA1-648E-4A49-8398-23C91BBA3DEE}" dt="2025-02-01T06:38:26.402" v="1626" actId="1038"/>
          <ac:spMkLst>
            <pc:docMk/>
            <pc:sldMk cId="3538360134" sldId="5083"/>
            <ac:spMk id="105" creationId="{7FF3CF06-EF2B-41A0-90F7-6967B3664023}"/>
          </ac:spMkLst>
        </pc:spChg>
        <pc:spChg chg="add mod">
          <ac:chgData name="Linson V V" userId="075c4cc9-6382-4686-add6-593eb1d48ee5" providerId="ADAL" clId="{9DCDBEA1-648E-4A49-8398-23C91BBA3DEE}" dt="2025-02-01T06:38:37.038" v="1636" actId="1037"/>
          <ac:spMkLst>
            <pc:docMk/>
            <pc:sldMk cId="3538360134" sldId="5083"/>
            <ac:spMk id="106" creationId="{A44949B7-E76B-48D3-BA20-157313ED3FD4}"/>
          </ac:spMkLst>
        </pc:spChg>
        <pc:spChg chg="add mod">
          <ac:chgData name="Linson V V" userId="075c4cc9-6382-4686-add6-593eb1d48ee5" providerId="ADAL" clId="{9DCDBEA1-648E-4A49-8398-23C91BBA3DEE}" dt="2025-02-03T09:19:46.523" v="5637" actId="1036"/>
          <ac:spMkLst>
            <pc:docMk/>
            <pc:sldMk cId="3538360134" sldId="5083"/>
            <ac:spMk id="118" creationId="{B21E7F6F-5C0C-454D-B55B-253A123CF308}"/>
          </ac:spMkLst>
        </pc:spChg>
        <pc:spChg chg="add mod">
          <ac:chgData name="Linson V V" userId="075c4cc9-6382-4686-add6-593eb1d48ee5" providerId="ADAL" clId="{9DCDBEA1-648E-4A49-8398-23C91BBA3DEE}" dt="2025-02-03T06:47:27.706" v="4599" actId="14100"/>
          <ac:spMkLst>
            <pc:docMk/>
            <pc:sldMk cId="3538360134" sldId="5083"/>
            <ac:spMk id="119" creationId="{ADE72FA0-1D1B-46DB-AAA9-B590174CBF06}"/>
          </ac:spMkLst>
        </pc:spChg>
        <pc:spChg chg="add mod">
          <ac:chgData name="Linson V V" userId="075c4cc9-6382-4686-add6-593eb1d48ee5" providerId="ADAL" clId="{9DCDBEA1-648E-4A49-8398-23C91BBA3DEE}" dt="2025-02-03T09:19:59.083" v="5639" actId="1076"/>
          <ac:spMkLst>
            <pc:docMk/>
            <pc:sldMk cId="3538360134" sldId="5083"/>
            <ac:spMk id="123" creationId="{9322EE38-9AF2-4023-8064-A5314C9B1CE9}"/>
          </ac:spMkLst>
        </pc:spChg>
        <pc:spChg chg="add mod">
          <ac:chgData name="Linson V V" userId="075c4cc9-6382-4686-add6-593eb1d48ee5" providerId="ADAL" clId="{9DCDBEA1-648E-4A49-8398-23C91BBA3DEE}" dt="2025-02-03T09:20:26.735" v="5649" actId="20577"/>
          <ac:spMkLst>
            <pc:docMk/>
            <pc:sldMk cId="3538360134" sldId="5083"/>
            <ac:spMk id="128" creationId="{9DF75B7F-BC0A-48B7-A926-B38799E16664}"/>
          </ac:spMkLst>
        </pc:spChg>
        <pc:spChg chg="add mod">
          <ac:chgData name="Linson V V" userId="075c4cc9-6382-4686-add6-593eb1d48ee5" providerId="ADAL" clId="{9DCDBEA1-648E-4A49-8398-23C91BBA3DEE}" dt="2025-02-03T09:19:46.523" v="5637" actId="1036"/>
          <ac:spMkLst>
            <pc:docMk/>
            <pc:sldMk cId="3538360134" sldId="5083"/>
            <ac:spMk id="129" creationId="{37D2087C-C976-461C-B3D5-424BB38E396E}"/>
          </ac:spMkLst>
        </pc:spChg>
        <pc:spChg chg="add mod">
          <ac:chgData name="Linson V V" userId="075c4cc9-6382-4686-add6-593eb1d48ee5" providerId="ADAL" clId="{9DCDBEA1-648E-4A49-8398-23C91BBA3DEE}" dt="2025-02-03T09:19:46.523" v="5637" actId="1036"/>
          <ac:spMkLst>
            <pc:docMk/>
            <pc:sldMk cId="3538360134" sldId="5083"/>
            <ac:spMk id="137" creationId="{763FDBCF-408E-45F9-8DD7-56AFFDA941C1}"/>
          </ac:spMkLst>
        </pc:spChg>
        <pc:spChg chg="add mod">
          <ac:chgData name="Linson V V" userId="075c4cc9-6382-4686-add6-593eb1d48ee5" providerId="ADAL" clId="{9DCDBEA1-648E-4A49-8398-23C91BBA3DEE}" dt="2025-02-01T10:49:45.692" v="3234" actId="1076"/>
          <ac:spMkLst>
            <pc:docMk/>
            <pc:sldMk cId="3538360134" sldId="5083"/>
            <ac:spMk id="139" creationId="{2E4E1C87-2A80-48BF-9DDF-A5F48820ACC7}"/>
          </ac:spMkLst>
        </pc:spChg>
        <pc:graphicFrameChg chg="mod">
          <ac:chgData name="Linson V V" userId="075c4cc9-6382-4686-add6-593eb1d48ee5" providerId="ADAL" clId="{9DCDBEA1-648E-4A49-8398-23C91BBA3DEE}" dt="2025-02-03T03:44:56.085" v="3816" actId="692"/>
          <ac:graphicFrameMkLst>
            <pc:docMk/>
            <pc:sldMk cId="3538360134" sldId="5083"/>
            <ac:graphicFrameMk id="41" creationId="{8BECB974-B12A-46C3-AD03-E947E17E69BD}"/>
          </ac:graphicFrameMkLst>
        </pc:graphicFrameChg>
        <pc:graphicFrameChg chg="add del mod">
          <ac:chgData name="Linson V V" userId="075c4cc9-6382-4686-add6-593eb1d48ee5" providerId="ADAL" clId="{9DCDBEA1-648E-4A49-8398-23C91BBA3DEE}" dt="2025-02-03T06:45:47.244" v="4585"/>
          <ac:graphicFrameMkLst>
            <pc:docMk/>
            <pc:sldMk cId="3538360134" sldId="5083"/>
            <ac:graphicFrameMk id="53" creationId="{8875B5EE-AC27-458E-ACE5-DAE79D3C5FBD}"/>
          </ac:graphicFrameMkLst>
        </pc:graphicFrameChg>
      </pc:sldChg>
      <pc:sldChg chg="del">
        <pc:chgData name="Linson V V" userId="075c4cc9-6382-4686-add6-593eb1d48ee5" providerId="ADAL" clId="{9DCDBEA1-648E-4A49-8398-23C91BBA3DEE}" dt="2025-01-27T11:02:17.762" v="120" actId="47"/>
        <pc:sldMkLst>
          <pc:docMk/>
          <pc:sldMk cId="920783206" sldId="5086"/>
        </pc:sldMkLst>
      </pc:sldChg>
      <pc:sldChg chg="del">
        <pc:chgData name="Linson V V" userId="075c4cc9-6382-4686-add6-593eb1d48ee5" providerId="ADAL" clId="{9DCDBEA1-648E-4A49-8398-23C91BBA3DEE}" dt="2025-01-27T11:02:17.762" v="120" actId="47"/>
        <pc:sldMkLst>
          <pc:docMk/>
          <pc:sldMk cId="1866141547" sldId="5087"/>
        </pc:sldMkLst>
      </pc:sldChg>
      <pc:sldChg chg="del">
        <pc:chgData name="Linson V V" userId="075c4cc9-6382-4686-add6-593eb1d48ee5" providerId="ADAL" clId="{9DCDBEA1-648E-4A49-8398-23C91BBA3DEE}" dt="2025-01-27T11:02:17.762" v="120" actId="47"/>
        <pc:sldMkLst>
          <pc:docMk/>
          <pc:sldMk cId="549963952" sldId="5088"/>
        </pc:sldMkLst>
      </pc:sldChg>
      <pc:sldChg chg="del">
        <pc:chgData name="Linson V V" userId="075c4cc9-6382-4686-add6-593eb1d48ee5" providerId="ADAL" clId="{9DCDBEA1-648E-4A49-8398-23C91BBA3DEE}" dt="2025-01-27T11:02:17.762" v="120" actId="47"/>
        <pc:sldMkLst>
          <pc:docMk/>
          <pc:sldMk cId="1916235446" sldId="5089"/>
        </pc:sldMkLst>
      </pc:sldChg>
      <pc:sldChg chg="del">
        <pc:chgData name="Linson V V" userId="075c4cc9-6382-4686-add6-593eb1d48ee5" providerId="ADAL" clId="{9DCDBEA1-648E-4A49-8398-23C91BBA3DEE}" dt="2025-01-27T11:02:17.762" v="120" actId="47"/>
        <pc:sldMkLst>
          <pc:docMk/>
          <pc:sldMk cId="3947768164" sldId="2147470884"/>
        </pc:sldMkLst>
      </pc:sldChg>
      <pc:sldChg chg="del">
        <pc:chgData name="Linson V V" userId="075c4cc9-6382-4686-add6-593eb1d48ee5" providerId="ADAL" clId="{9DCDBEA1-648E-4A49-8398-23C91BBA3DEE}" dt="2025-01-27T11:02:51.927" v="122" actId="47"/>
        <pc:sldMkLst>
          <pc:docMk/>
          <pc:sldMk cId="2245049227" sldId="2147470885"/>
        </pc:sldMkLst>
      </pc:sldChg>
      <pc:sldChg chg="modSp mod">
        <pc:chgData name="Linson V V" userId="075c4cc9-6382-4686-add6-593eb1d48ee5" providerId="ADAL" clId="{9DCDBEA1-648E-4A49-8398-23C91BBA3DEE}" dt="2025-02-01T10:40:18.690" v="3078" actId="20577"/>
        <pc:sldMkLst>
          <pc:docMk/>
          <pc:sldMk cId="2772054925" sldId="2147470887"/>
        </pc:sldMkLst>
      </pc:sldChg>
      <pc:sldChg chg="addSp delSp modSp del mod">
        <pc:chgData name="Linson V V" userId="075c4cc9-6382-4686-add6-593eb1d48ee5" providerId="ADAL" clId="{9DCDBEA1-648E-4A49-8398-23C91BBA3DEE}" dt="2025-02-01T10:30:26.713" v="2939" actId="2696"/>
        <pc:sldMkLst>
          <pc:docMk/>
          <pc:sldMk cId="485952067" sldId="2147470892"/>
        </pc:sldMkLst>
      </pc:sldChg>
      <pc:sldChg chg="delSp add mod ord">
        <pc:chgData name="Linson V V" userId="075c4cc9-6382-4686-add6-593eb1d48ee5" providerId="ADAL" clId="{9DCDBEA1-648E-4A49-8398-23C91BBA3DEE}" dt="2025-02-01T10:30:38.449" v="2943" actId="478"/>
        <pc:sldMkLst>
          <pc:docMk/>
          <pc:sldMk cId="2565340007" sldId="2147470892"/>
        </pc:sldMkLst>
      </pc:sldChg>
      <pc:sldChg chg="addSp delSp modSp add mod modClrScheme chgLayout">
        <pc:chgData name="Linson V V" userId="075c4cc9-6382-4686-add6-593eb1d48ee5" providerId="ADAL" clId="{9DCDBEA1-648E-4A49-8398-23C91BBA3DEE}" dt="2025-02-03T13:10:18.709" v="6862" actId="14100"/>
        <pc:sldMkLst>
          <pc:docMk/>
          <pc:sldMk cId="3171269735" sldId="2147471068"/>
        </pc:sldMkLst>
      </pc:sldChg>
      <pc:sldChg chg="delSp mod ord">
        <pc:chgData name="Linson V V" userId="075c4cc9-6382-4686-add6-593eb1d48ee5" providerId="ADAL" clId="{9DCDBEA1-648E-4A49-8398-23C91BBA3DEE}" dt="2025-02-03T13:00:48.305" v="6824" actId="21"/>
        <pc:sldMkLst>
          <pc:docMk/>
          <pc:sldMk cId="2960644468" sldId="2147471071"/>
        </pc:sldMkLst>
      </pc:sldChg>
      <pc:sldChg chg="addSp delSp modSp mod">
        <pc:chgData name="Linson V V" userId="075c4cc9-6382-4686-add6-593eb1d48ee5" providerId="ADAL" clId="{9DCDBEA1-648E-4A49-8398-23C91BBA3DEE}" dt="2025-02-03T13:08:01.559" v="6856" actId="20577"/>
        <pc:sldMkLst>
          <pc:docMk/>
          <pc:sldMk cId="29744652" sldId="2147471093"/>
        </pc:sldMkLst>
        <pc:spChg chg="mod">
          <ac:chgData name="Linson V V" userId="075c4cc9-6382-4686-add6-593eb1d48ee5" providerId="ADAL" clId="{9DCDBEA1-648E-4A49-8398-23C91BBA3DEE}" dt="2025-02-03T13:08:01.559" v="6856" actId="20577"/>
          <ac:spMkLst>
            <pc:docMk/>
            <pc:sldMk cId="29744652" sldId="2147471093"/>
            <ac:spMk id="5" creationId="{540CE672-9FE0-4AA6-C301-9AD5657ADD0D}"/>
          </ac:spMkLst>
        </pc:spChg>
      </pc:sldChg>
      <pc:sldChg chg="addSp delSp modSp mod">
        <pc:chgData name="Linson V V" userId="075c4cc9-6382-4686-add6-593eb1d48ee5" providerId="ADAL" clId="{9DCDBEA1-648E-4A49-8398-23C91BBA3DEE}" dt="2025-01-30T05:24:46.362" v="215"/>
        <pc:sldMkLst>
          <pc:docMk/>
          <pc:sldMk cId="3342108007" sldId="2147482335"/>
        </pc:sldMkLst>
      </pc:sldChg>
      <pc:sldChg chg="del">
        <pc:chgData name="Linson V V" userId="075c4cc9-6382-4686-add6-593eb1d48ee5" providerId="ADAL" clId="{9DCDBEA1-648E-4A49-8398-23C91BBA3DEE}" dt="2025-02-01T08:55:47.309" v="2140" actId="2696"/>
        <pc:sldMkLst>
          <pc:docMk/>
          <pc:sldMk cId="1161894639" sldId="2147482337"/>
        </pc:sldMkLst>
      </pc:sldChg>
      <pc:sldChg chg="addSp delSp modSp mod modClrScheme chgLayout">
        <pc:chgData name="Linson V V" userId="075c4cc9-6382-4686-add6-593eb1d48ee5" providerId="ADAL" clId="{9DCDBEA1-648E-4A49-8398-23C91BBA3DEE}" dt="2025-01-30T03:43:13.899" v="164" actId="1076"/>
        <pc:sldMkLst>
          <pc:docMk/>
          <pc:sldMk cId="3565820774" sldId="2147482339"/>
        </pc:sldMkLst>
      </pc:sldChg>
      <pc:sldChg chg="addSp delSp modSp mod">
        <pc:chgData name="Linson V V" userId="075c4cc9-6382-4686-add6-593eb1d48ee5" providerId="ADAL" clId="{9DCDBEA1-648E-4A49-8398-23C91BBA3DEE}" dt="2025-02-03T12:54:36.083" v="6784" actId="20577"/>
        <pc:sldMkLst>
          <pc:docMk/>
          <pc:sldMk cId="1656350170" sldId="2147482346"/>
        </pc:sldMkLst>
      </pc:sldChg>
      <pc:sldChg chg="del">
        <pc:chgData name="Linson V V" userId="075c4cc9-6382-4686-add6-593eb1d48ee5" providerId="ADAL" clId="{9DCDBEA1-648E-4A49-8398-23C91BBA3DEE}" dt="2025-02-01T08:57:03.018" v="2141" actId="2696"/>
        <pc:sldMkLst>
          <pc:docMk/>
          <pc:sldMk cId="2901337448" sldId="2147482347"/>
        </pc:sldMkLst>
      </pc:sldChg>
      <pc:sldChg chg="addSp delSp modSp del mod">
        <pc:chgData name="Linson V V" userId="075c4cc9-6382-4686-add6-593eb1d48ee5" providerId="ADAL" clId="{9DCDBEA1-648E-4A49-8398-23C91BBA3DEE}" dt="2025-02-01T11:09:45.273" v="3301" actId="47"/>
        <pc:sldMkLst>
          <pc:docMk/>
          <pc:sldMk cId="535556265" sldId="2147482349"/>
        </pc:sldMkLst>
      </pc:sldChg>
      <pc:sldChg chg="addSp delSp modSp mod modClrScheme chgLayout">
        <pc:chgData name="Linson V V" userId="075c4cc9-6382-4686-add6-593eb1d48ee5" providerId="ADAL" clId="{9DCDBEA1-648E-4A49-8398-23C91BBA3DEE}" dt="2025-02-03T12:55:24.826" v="6785" actId="20577"/>
        <pc:sldMkLst>
          <pc:docMk/>
          <pc:sldMk cId="343334689" sldId="2147482351"/>
        </pc:sldMkLst>
        <pc:spChg chg="mod">
          <ac:chgData name="Linson V V" userId="075c4cc9-6382-4686-add6-593eb1d48ee5" providerId="ADAL" clId="{9DCDBEA1-648E-4A49-8398-23C91BBA3DEE}" dt="2025-02-03T09:07:02.201" v="5526" actId="1076"/>
          <ac:spMkLst>
            <pc:docMk/>
            <pc:sldMk cId="343334689" sldId="2147482351"/>
            <ac:spMk id="3" creationId="{A816DAC3-EAAF-09A3-A105-DAFC6C0A42D9}"/>
          </ac:spMkLst>
        </pc:spChg>
        <pc:spChg chg="mod">
          <ac:chgData name="Linson V V" userId="075c4cc9-6382-4686-add6-593eb1d48ee5" providerId="ADAL" clId="{9DCDBEA1-648E-4A49-8398-23C91BBA3DEE}" dt="2025-02-03T11:30:43.207" v="6343" actId="20577"/>
          <ac:spMkLst>
            <pc:docMk/>
            <pc:sldMk cId="343334689" sldId="2147482351"/>
            <ac:spMk id="11" creationId="{19BA0B6F-3289-130F-642F-4B42925BBA24}"/>
          </ac:spMkLst>
        </pc:spChg>
        <pc:spChg chg="mod ord">
          <ac:chgData name="Linson V V" userId="075c4cc9-6382-4686-add6-593eb1d48ee5" providerId="ADAL" clId="{9DCDBEA1-648E-4A49-8398-23C91BBA3DEE}" dt="2025-02-01T10:06:29.931" v="2630" actId="700"/>
          <ac:spMkLst>
            <pc:docMk/>
            <pc:sldMk cId="343334689" sldId="2147482351"/>
            <ac:spMk id="24" creationId="{8B993A8C-320B-4F82-8CEC-42E038DE0A44}"/>
          </ac:spMkLst>
        </pc:spChg>
        <pc:graphicFrameChg chg="mod modGraphic">
          <ac:chgData name="Linson V V" userId="075c4cc9-6382-4686-add6-593eb1d48ee5" providerId="ADAL" clId="{9DCDBEA1-648E-4A49-8398-23C91BBA3DEE}" dt="2025-02-03T12:55:24.826" v="6785" actId="20577"/>
          <ac:graphicFrameMkLst>
            <pc:docMk/>
            <pc:sldMk cId="343334689" sldId="2147482351"/>
            <ac:graphicFrameMk id="9" creationId="{52D6CC8F-720E-342D-DF19-2EFA6011B023}"/>
          </ac:graphicFrameMkLst>
        </pc:graphicFrameChg>
      </pc:sldChg>
      <pc:sldChg chg="del">
        <pc:chgData name="Linson V V" userId="075c4cc9-6382-4686-add6-593eb1d48ee5" providerId="ADAL" clId="{9DCDBEA1-648E-4A49-8398-23C91BBA3DEE}" dt="2025-02-01T07:12:21.104" v="1663" actId="47"/>
        <pc:sldMkLst>
          <pc:docMk/>
          <pc:sldMk cId="2595615293" sldId="2147482352"/>
        </pc:sldMkLst>
      </pc:sldChg>
      <pc:sldChg chg="addSp delSp modSp del mod">
        <pc:chgData name="Linson V V" userId="075c4cc9-6382-4686-add6-593eb1d48ee5" providerId="ADAL" clId="{9DCDBEA1-648E-4A49-8398-23C91BBA3DEE}" dt="2025-02-03T08:15:37.469" v="5206" actId="47"/>
        <pc:sldMkLst>
          <pc:docMk/>
          <pc:sldMk cId="1120156055" sldId="2147482353"/>
        </pc:sldMkLst>
      </pc:sldChg>
      <pc:sldChg chg="ord">
        <pc:chgData name="Linson V V" userId="075c4cc9-6382-4686-add6-593eb1d48ee5" providerId="ADAL" clId="{9DCDBEA1-648E-4A49-8398-23C91BBA3DEE}" dt="2025-02-03T06:06:06.566" v="4221"/>
        <pc:sldMkLst>
          <pc:docMk/>
          <pc:sldMk cId="3280523327" sldId="2147482354"/>
        </pc:sldMkLst>
      </pc:sldChg>
      <pc:sldChg chg="addSp delSp modSp del mod">
        <pc:chgData name="Linson V V" userId="075c4cc9-6382-4686-add6-593eb1d48ee5" providerId="ADAL" clId="{9DCDBEA1-648E-4A49-8398-23C91BBA3DEE}" dt="2025-02-01T08:53:03.830" v="2123" actId="47"/>
        <pc:sldMkLst>
          <pc:docMk/>
          <pc:sldMk cId="118755759" sldId="2147482355"/>
        </pc:sldMkLst>
      </pc:sldChg>
      <pc:sldChg chg="add del">
        <pc:chgData name="Linson V V" userId="075c4cc9-6382-4686-add6-593eb1d48ee5" providerId="ADAL" clId="{9DCDBEA1-648E-4A49-8398-23C91BBA3DEE}" dt="2025-02-01T06:37:56.692" v="1620" actId="47"/>
        <pc:sldMkLst>
          <pc:docMk/>
          <pc:sldMk cId="2600720448" sldId="2147482356"/>
        </pc:sldMkLst>
      </pc:sldChg>
      <pc:sldChg chg="add del">
        <pc:chgData name="Linson V V" userId="075c4cc9-6382-4686-add6-593eb1d48ee5" providerId="ADAL" clId="{9DCDBEA1-648E-4A49-8398-23C91BBA3DEE}" dt="2025-02-01T08:54:02.114" v="2127" actId="47"/>
        <pc:sldMkLst>
          <pc:docMk/>
          <pc:sldMk cId="3199086552" sldId="2147482356"/>
        </pc:sldMkLst>
      </pc:sldChg>
      <pc:sldChg chg="addSp delSp modSp add del mod">
        <pc:chgData name="Linson V V" userId="075c4cc9-6382-4686-add6-593eb1d48ee5" providerId="ADAL" clId="{9DCDBEA1-648E-4A49-8398-23C91BBA3DEE}" dt="2025-02-03T07:23:49.768" v="4816" actId="47"/>
        <pc:sldMkLst>
          <pc:docMk/>
          <pc:sldMk cId="1194053806" sldId="2147482357"/>
        </pc:sldMkLst>
      </pc:sldChg>
      <pc:sldChg chg="addSp modSp add mod">
        <pc:chgData name="Linson V V" userId="075c4cc9-6382-4686-add6-593eb1d48ee5" providerId="ADAL" clId="{9DCDBEA1-648E-4A49-8398-23C91BBA3DEE}" dt="2025-02-03T12:59:41.888" v="6823" actId="20577"/>
        <pc:sldMkLst>
          <pc:docMk/>
          <pc:sldMk cId="2384935863" sldId="2147482358"/>
        </pc:sldMkLst>
        <pc:spChg chg="add mod">
          <ac:chgData name="Linson V V" userId="075c4cc9-6382-4686-add6-593eb1d48ee5" providerId="ADAL" clId="{9DCDBEA1-648E-4A49-8398-23C91BBA3DEE}" dt="2025-02-03T09:28:22.827" v="5776" actId="1076"/>
          <ac:spMkLst>
            <pc:docMk/>
            <pc:sldMk cId="2384935863" sldId="2147482358"/>
            <ac:spMk id="7" creationId="{3C3F4E01-9F66-46A7-86A1-EF84876F52C7}"/>
          </ac:spMkLst>
        </pc:spChg>
      </pc:sldChg>
      <pc:sldChg chg="addSp delSp modSp new del mod setBg">
        <pc:chgData name="Linson V V" userId="075c4cc9-6382-4686-add6-593eb1d48ee5" providerId="ADAL" clId="{9DCDBEA1-648E-4A49-8398-23C91BBA3DEE}" dt="2025-02-01T09:26:34.075" v="2314" actId="47"/>
        <pc:sldMkLst>
          <pc:docMk/>
          <pc:sldMk cId="3848941877" sldId="2147482358"/>
        </pc:sldMkLst>
      </pc:sldChg>
      <pc:sldChg chg="modSp add mod ord">
        <pc:chgData name="Linson V V" userId="075c4cc9-6382-4686-add6-593eb1d48ee5" providerId="ADAL" clId="{9DCDBEA1-648E-4A49-8398-23C91BBA3DEE}" dt="2025-02-01T10:31:16.707" v="2969" actId="313"/>
        <pc:sldMkLst>
          <pc:docMk/>
          <pc:sldMk cId="3739014940" sldId="2147482359"/>
        </pc:sldMkLst>
      </pc:sldChg>
      <pc:sldChg chg="addSp modSp new mod">
        <pc:chgData name="Linson V V" userId="075c4cc9-6382-4686-add6-593eb1d48ee5" providerId="ADAL" clId="{9DCDBEA1-648E-4A49-8398-23C91BBA3DEE}" dt="2025-02-03T12:54:01.157" v="6780" actId="20577"/>
        <pc:sldMkLst>
          <pc:docMk/>
          <pc:sldMk cId="624269893" sldId="2147482360"/>
        </pc:sldMkLst>
      </pc:sldChg>
      <pc:sldChg chg="addSp delSp modSp new del mod ord">
        <pc:chgData name="Linson V V" userId="075c4cc9-6382-4686-add6-593eb1d48ee5" providerId="ADAL" clId="{9DCDBEA1-648E-4A49-8398-23C91BBA3DEE}" dt="2025-02-03T07:06:00.776" v="4798" actId="47"/>
        <pc:sldMkLst>
          <pc:docMk/>
          <pc:sldMk cId="3996031499" sldId="2147482361"/>
        </pc:sldMkLst>
      </pc:sldChg>
      <pc:sldChg chg="addSp delSp modSp new mod">
        <pc:chgData name="Linson V V" userId="075c4cc9-6382-4686-add6-593eb1d48ee5" providerId="ADAL" clId="{9DCDBEA1-648E-4A49-8398-23C91BBA3DEE}" dt="2025-02-03T12:50:38.742" v="6768" actId="20577"/>
        <pc:sldMkLst>
          <pc:docMk/>
          <pc:sldMk cId="172320599" sldId="2147482362"/>
        </pc:sldMkLst>
      </pc:sldChg>
      <pc:sldChg chg="addSp modSp new mod">
        <pc:chgData name="Linson V V" userId="075c4cc9-6382-4686-add6-593eb1d48ee5" providerId="ADAL" clId="{9DCDBEA1-648E-4A49-8398-23C91BBA3DEE}" dt="2025-02-03T12:50:29.571" v="6765" actId="947"/>
        <pc:sldMkLst>
          <pc:docMk/>
          <pc:sldMk cId="1004723640" sldId="2147482363"/>
        </pc:sldMkLst>
      </pc:sldChg>
      <pc:sldChg chg="modSp add mod">
        <pc:chgData name="Linson V V" userId="075c4cc9-6382-4686-add6-593eb1d48ee5" providerId="ADAL" clId="{9DCDBEA1-648E-4A49-8398-23C91BBA3DEE}" dt="2025-02-03T06:57:42.641" v="4736" actId="20577"/>
        <pc:sldMkLst>
          <pc:docMk/>
          <pc:sldMk cId="2926244624" sldId="2147482364"/>
        </pc:sldMkLst>
      </pc:sldChg>
      <pc:sldChg chg="addSp delSp modSp mod">
        <pc:chgData name="Linson V V" userId="075c4cc9-6382-4686-add6-593eb1d48ee5" providerId="ADAL" clId="{9DCDBEA1-648E-4A49-8398-23C91BBA3DEE}" dt="2025-02-03T12:59:05.141" v="6798" actId="14100"/>
        <pc:sldMkLst>
          <pc:docMk/>
          <pc:sldMk cId="3481101215" sldId="2147482365"/>
        </pc:sldMkLst>
      </pc:sldChg>
      <pc:sldChg chg="addSp delSp modSp add mod">
        <pc:chgData name="Linson V V" userId="075c4cc9-6382-4686-add6-593eb1d48ee5" providerId="ADAL" clId="{9DCDBEA1-648E-4A49-8398-23C91BBA3DEE}" dt="2025-02-03T12:02:42.391" v="6450" actId="1076"/>
        <pc:sldMkLst>
          <pc:docMk/>
          <pc:sldMk cId="800990277" sldId="2147482366"/>
        </pc:sldMkLst>
      </pc:sldChg>
      <pc:sldChg chg="addSp delSp modSp new mod">
        <pc:chgData name="Linson V V" userId="075c4cc9-6382-4686-add6-593eb1d48ee5" providerId="ADAL" clId="{9DCDBEA1-648E-4A49-8398-23C91BBA3DEE}" dt="2025-02-03T12:49:56.766" v="6757" actId="20577"/>
        <pc:sldMkLst>
          <pc:docMk/>
          <pc:sldMk cId="3552934800" sldId="2147482367"/>
        </pc:sldMkLst>
      </pc:sldChg>
      <pc:sldMasterChg chg="addSldLayout delSldLayout modSldLayout">
        <pc:chgData name="Linson V V" userId="075c4cc9-6382-4686-add6-593eb1d48ee5" providerId="ADAL" clId="{9DCDBEA1-648E-4A49-8398-23C91BBA3DEE}" dt="2025-02-03T12:06:27.224" v="6457" actId="20577"/>
        <pc:sldMasterMkLst>
          <pc:docMk/>
          <pc:sldMasterMk cId="3767483070" sldId="2147483688"/>
        </pc:sldMasterMkLst>
        <pc:sldLayoutChg chg="modSp mod">
          <pc:chgData name="Linson V V" userId="075c4cc9-6382-4686-add6-593eb1d48ee5" providerId="ADAL" clId="{9DCDBEA1-648E-4A49-8398-23C91BBA3DEE}" dt="2025-02-03T12:06:27.224" v="6457" actId="20577"/>
          <pc:sldLayoutMkLst>
            <pc:docMk/>
            <pc:sldMasterMk cId="3767483070" sldId="2147483688"/>
            <pc:sldLayoutMk cId="3484665057" sldId="2147483740"/>
          </pc:sldLayoutMkLst>
          <pc:spChg chg="mod">
            <ac:chgData name="Linson V V" userId="075c4cc9-6382-4686-add6-593eb1d48ee5" providerId="ADAL" clId="{9DCDBEA1-648E-4A49-8398-23C91BBA3DEE}" dt="2025-02-03T12:06:27.224" v="6457" actId="20577"/>
            <ac:spMkLst>
              <pc:docMk/>
              <pc:sldMasterMk cId="3767483070" sldId="2147483688"/>
              <pc:sldLayoutMk cId="3484665057" sldId="2147483740"/>
              <ac:spMk id="8" creationId="{A129D199-8242-4179-88F4-F717E5BB4959}"/>
            </ac:spMkLst>
          </pc:spChg>
        </pc:sldLayoutChg>
        <pc:sldLayoutChg chg="del">
          <pc:chgData name="Linson V V" userId="075c4cc9-6382-4686-add6-593eb1d48ee5" providerId="ADAL" clId="{9DCDBEA1-648E-4A49-8398-23C91BBA3DEE}" dt="2025-02-01T10:38:18.926" v="3047" actId="2696"/>
          <pc:sldLayoutMkLst>
            <pc:docMk/>
            <pc:sldMasterMk cId="3767483070" sldId="2147483688"/>
            <pc:sldLayoutMk cId="2164500000" sldId="2147483745"/>
          </pc:sldLayoutMkLst>
        </pc:sldLayoutChg>
        <pc:sldLayoutChg chg="delSp add mod modTransition">
          <pc:chgData name="Linson V V" userId="075c4cc9-6382-4686-add6-593eb1d48ee5" providerId="ADAL" clId="{9DCDBEA1-648E-4A49-8398-23C91BBA3DEE}" dt="2025-02-01T10:00:17.219" v="2583" actId="478"/>
          <pc:sldLayoutMkLst>
            <pc:docMk/>
            <pc:sldMasterMk cId="3767483070" sldId="2147483688"/>
            <pc:sldLayoutMk cId="1023189403" sldId="2147483747"/>
          </pc:sldLayoutMkLst>
        </pc:sldLayoutChg>
      </pc:sldMasterChg>
    </pc:docChg>
  </pc:docChgLst>
  <pc:docChgLst>
    <pc:chgData name="Rofiul Hasan" userId="S::rofiul.hasan@timesgroup.com::fbfc0b8b-6514-42de-bf3d-613d9762cbd0" providerId="AD" clId="Web-{6A2F0223-4FEC-DAF8-77D2-360F7F7196FC}"/>
    <pc:docChg chg="sldOrd">
      <pc:chgData name="Rofiul Hasan" userId="S::rofiul.hasan@timesgroup.com::fbfc0b8b-6514-42de-bf3d-613d9762cbd0" providerId="AD" clId="Web-{6A2F0223-4FEC-DAF8-77D2-360F7F7196FC}" dt="2024-11-11T08:29:30.499" v="0"/>
      <pc:docMkLst>
        <pc:docMk/>
      </pc:docMkLst>
      <pc:sldChg chg="ord">
        <pc:chgData name="Rofiul Hasan" userId="S::rofiul.hasan@timesgroup.com::fbfc0b8b-6514-42de-bf3d-613d9762cbd0" providerId="AD" clId="Web-{6A2F0223-4FEC-DAF8-77D2-360F7F7196FC}" dt="2024-11-11T08:29:30.499" v="0"/>
        <pc:sldMkLst>
          <pc:docMk/>
          <pc:sldMk cId="2108132707" sldId="5008"/>
        </pc:sldMkLst>
      </pc:sldChg>
    </pc:docChg>
  </pc:docChgLst>
  <pc:docChgLst>
    <pc:chgData name="Rofiul Hasan" userId="S::rofiul.hasan@timesgroup.com::fbfc0b8b-6514-42de-bf3d-613d9762cbd0" providerId="AD" clId="Web-{45AEF8B9-6D0D-D032-EBFE-9CB9087E3129}"/>
    <pc:docChg chg="addSld delSld modSld">
      <pc:chgData name="Rofiul Hasan" userId="S::rofiul.hasan@timesgroup.com::fbfc0b8b-6514-42de-bf3d-613d9762cbd0" providerId="AD" clId="Web-{45AEF8B9-6D0D-D032-EBFE-9CB9087E3129}" dt="2025-01-30T11:33:48.806" v="535"/>
      <pc:docMkLst>
        <pc:docMk/>
      </pc:docMkLst>
      <pc:sldChg chg="modSp">
        <pc:chgData name="Rofiul Hasan" userId="S::rofiul.hasan@timesgroup.com::fbfc0b8b-6514-42de-bf3d-613d9762cbd0" providerId="AD" clId="Web-{45AEF8B9-6D0D-D032-EBFE-9CB9087E3129}" dt="2025-01-30T10:00:13.218" v="125" actId="20577"/>
        <pc:sldMkLst>
          <pc:docMk/>
          <pc:sldMk cId="2530979090" sldId="4722"/>
        </pc:sldMkLst>
      </pc:sldChg>
      <pc:sldChg chg="modSp">
        <pc:chgData name="Rofiul Hasan" userId="S::rofiul.hasan@timesgroup.com::fbfc0b8b-6514-42de-bf3d-613d9762cbd0" providerId="AD" clId="Web-{45AEF8B9-6D0D-D032-EBFE-9CB9087E3129}" dt="2025-01-30T09:33:35.275" v="82" actId="20577"/>
        <pc:sldMkLst>
          <pc:docMk/>
          <pc:sldMk cId="1074165951" sldId="4725"/>
        </pc:sldMkLst>
      </pc:sldChg>
      <pc:sldChg chg="add">
        <pc:chgData name="Rofiul Hasan" userId="S::rofiul.hasan@timesgroup.com::fbfc0b8b-6514-42de-bf3d-613d9762cbd0" providerId="AD" clId="Web-{45AEF8B9-6D0D-D032-EBFE-9CB9087E3129}" dt="2025-01-30T11:31:40.616" v="529"/>
        <pc:sldMkLst>
          <pc:docMk/>
          <pc:sldMk cId="1550982254" sldId="4813"/>
        </pc:sldMkLst>
      </pc:sldChg>
      <pc:sldChg chg="add">
        <pc:chgData name="Rofiul Hasan" userId="S::rofiul.hasan@timesgroup.com::fbfc0b8b-6514-42de-bf3d-613d9762cbd0" providerId="AD" clId="Web-{45AEF8B9-6D0D-D032-EBFE-9CB9087E3129}" dt="2025-01-30T11:31:40.600" v="528"/>
        <pc:sldMkLst>
          <pc:docMk/>
          <pc:sldMk cId="1022939990" sldId="4833"/>
        </pc:sldMkLst>
      </pc:sldChg>
      <pc:sldChg chg="add">
        <pc:chgData name="Rofiul Hasan" userId="S::rofiul.hasan@timesgroup.com::fbfc0b8b-6514-42de-bf3d-613d9762cbd0" providerId="AD" clId="Web-{45AEF8B9-6D0D-D032-EBFE-9CB9087E3129}" dt="2025-01-30T11:31:40.647" v="531"/>
        <pc:sldMkLst>
          <pc:docMk/>
          <pc:sldMk cId="368173622" sldId="4836"/>
        </pc:sldMkLst>
      </pc:sldChg>
      <pc:sldChg chg="add">
        <pc:chgData name="Rofiul Hasan" userId="S::rofiul.hasan@timesgroup.com::fbfc0b8b-6514-42de-bf3d-613d9762cbd0" providerId="AD" clId="Web-{45AEF8B9-6D0D-D032-EBFE-9CB9087E3129}" dt="2025-01-30T11:31:40.663" v="532"/>
        <pc:sldMkLst>
          <pc:docMk/>
          <pc:sldMk cId="3105590851" sldId="4837"/>
        </pc:sldMkLst>
      </pc:sldChg>
      <pc:sldChg chg="add">
        <pc:chgData name="Rofiul Hasan" userId="S::rofiul.hasan@timesgroup.com::fbfc0b8b-6514-42de-bf3d-613d9762cbd0" providerId="AD" clId="Web-{45AEF8B9-6D0D-D032-EBFE-9CB9087E3129}" dt="2025-01-30T11:31:40.632" v="530"/>
        <pc:sldMkLst>
          <pc:docMk/>
          <pc:sldMk cId="1078850062" sldId="4838"/>
        </pc:sldMkLst>
      </pc:sldChg>
      <pc:sldChg chg="add">
        <pc:chgData name="Rofiul Hasan" userId="S::rofiul.hasan@timesgroup.com::fbfc0b8b-6514-42de-bf3d-613d9762cbd0" providerId="AD" clId="Web-{45AEF8B9-6D0D-D032-EBFE-9CB9087E3129}" dt="2025-01-30T11:31:40.679" v="533"/>
        <pc:sldMkLst>
          <pc:docMk/>
          <pc:sldMk cId="484755870" sldId="4839"/>
        </pc:sldMkLst>
      </pc:sldChg>
      <pc:sldChg chg="modSp">
        <pc:chgData name="Rofiul Hasan" userId="S::rofiul.hasan@timesgroup.com::fbfc0b8b-6514-42de-bf3d-613d9762cbd0" providerId="AD" clId="Web-{45AEF8B9-6D0D-D032-EBFE-9CB9087E3129}" dt="2025-01-30T04:55:38.950" v="3"/>
        <pc:sldMkLst>
          <pc:docMk/>
          <pc:sldMk cId="910563683" sldId="5051"/>
        </pc:sldMkLst>
      </pc:sldChg>
      <pc:sldChg chg="add">
        <pc:chgData name="Rofiul Hasan" userId="S::rofiul.hasan@timesgroup.com::fbfc0b8b-6514-42de-bf3d-613d9762cbd0" providerId="AD" clId="Web-{45AEF8B9-6D0D-D032-EBFE-9CB9087E3129}" dt="2025-01-30T05:03:28.723" v="4"/>
        <pc:sldMkLst>
          <pc:docMk/>
          <pc:sldMk cId="3538360134" sldId="5083"/>
        </pc:sldMkLst>
      </pc:sldChg>
      <pc:sldChg chg="delSp modSp add">
        <pc:chgData name="Rofiul Hasan" userId="S::rofiul.hasan@timesgroup.com::fbfc0b8b-6514-42de-bf3d-613d9762cbd0" providerId="AD" clId="Web-{45AEF8B9-6D0D-D032-EBFE-9CB9087E3129}" dt="2025-01-30T11:31:34.897" v="527" actId="20577"/>
        <pc:sldMkLst>
          <pc:docMk/>
          <pc:sldMk cId="29744652" sldId="2147471093"/>
        </pc:sldMkLst>
        <pc:spChg chg="mod">
          <ac:chgData name="Rofiul Hasan" userId="S::rofiul.hasan@timesgroup.com::fbfc0b8b-6514-42de-bf3d-613d9762cbd0" providerId="AD" clId="Web-{45AEF8B9-6D0D-D032-EBFE-9CB9087E3129}" dt="2025-01-30T11:31:34.897" v="527" actId="20577"/>
          <ac:spMkLst>
            <pc:docMk/>
            <pc:sldMk cId="29744652" sldId="2147471093"/>
            <ac:spMk id="5" creationId="{540CE672-9FE0-4AA6-C301-9AD5657ADD0D}"/>
          </ac:spMkLst>
        </pc:spChg>
      </pc:sldChg>
      <pc:sldChg chg="addSp delSp modSp">
        <pc:chgData name="Rofiul Hasan" userId="S::rofiul.hasan@timesgroup.com::fbfc0b8b-6514-42de-bf3d-613d9762cbd0" providerId="AD" clId="Web-{45AEF8B9-6D0D-D032-EBFE-9CB9087E3129}" dt="2025-01-30T10:27:15.094" v="447" actId="1076"/>
        <pc:sldMkLst>
          <pc:docMk/>
          <pc:sldMk cId="3342108007" sldId="2147482335"/>
        </pc:sldMkLst>
      </pc:sldChg>
      <pc:sldChg chg="modSp">
        <pc:chgData name="Rofiul Hasan" userId="S::rofiul.hasan@timesgroup.com::fbfc0b8b-6514-42de-bf3d-613d9762cbd0" providerId="AD" clId="Web-{45AEF8B9-6D0D-D032-EBFE-9CB9087E3129}" dt="2025-01-30T10:08:47.786" v="166"/>
        <pc:sldMkLst>
          <pc:docMk/>
          <pc:sldMk cId="3231651320" sldId="2147482336"/>
        </pc:sldMkLst>
      </pc:sldChg>
      <pc:sldChg chg="del">
        <pc:chgData name="Rofiul Hasan" userId="S::rofiul.hasan@timesgroup.com::fbfc0b8b-6514-42de-bf3d-613d9762cbd0" providerId="AD" clId="Web-{45AEF8B9-6D0D-D032-EBFE-9CB9087E3129}" dt="2025-01-30T09:32:03.086" v="36"/>
        <pc:sldMkLst>
          <pc:docMk/>
          <pc:sldMk cId="270502357" sldId="2147482340"/>
        </pc:sldMkLst>
      </pc:sldChg>
      <pc:sldChg chg="del">
        <pc:chgData name="Rofiul Hasan" userId="S::rofiul.hasan@timesgroup.com::fbfc0b8b-6514-42de-bf3d-613d9762cbd0" providerId="AD" clId="Web-{45AEF8B9-6D0D-D032-EBFE-9CB9087E3129}" dt="2025-01-30T09:33:17.618" v="69"/>
        <pc:sldMkLst>
          <pc:docMk/>
          <pc:sldMk cId="1617294396" sldId="2147482343"/>
        </pc:sldMkLst>
      </pc:sldChg>
      <pc:sldChg chg="add">
        <pc:chgData name="Rofiul Hasan" userId="S::rofiul.hasan@timesgroup.com::fbfc0b8b-6514-42de-bf3d-613d9762cbd0" providerId="AD" clId="Web-{45AEF8B9-6D0D-D032-EBFE-9CB9087E3129}" dt="2025-01-30T11:33:21.212" v="534"/>
        <pc:sldMkLst>
          <pc:docMk/>
          <pc:sldMk cId="2901337448" sldId="2147482347"/>
        </pc:sldMkLst>
      </pc:sldChg>
      <pc:sldChg chg="add">
        <pc:chgData name="Rofiul Hasan" userId="S::rofiul.hasan@timesgroup.com::fbfc0b8b-6514-42de-bf3d-613d9762cbd0" providerId="AD" clId="Web-{45AEF8B9-6D0D-D032-EBFE-9CB9087E3129}" dt="2025-01-30T11:33:48.806" v="535"/>
        <pc:sldMkLst>
          <pc:docMk/>
          <pc:sldMk cId="2865111577" sldId="2147482348"/>
        </pc:sldMkLst>
      </pc:sldChg>
    </pc:docChg>
  </pc:docChgLst>
  <pc:docChgLst>
    <pc:chgData name="Linson" userId="075c4cc9-6382-4686-add6-593eb1d48ee5" providerId="ADAL" clId="{9DCDBEA1-648E-4A49-8398-23C91BBA3DEE}"/>
    <pc:docChg chg="undo custSel addSld delSld modSld sldOrd addSection modSection">
      <pc:chgData name="Linson" userId="075c4cc9-6382-4686-add6-593eb1d48ee5" providerId="ADAL" clId="{9DCDBEA1-648E-4A49-8398-23C91BBA3DEE}" dt="2025-01-31T11:36:38.749" v="2504" actId="17846"/>
      <pc:docMkLst>
        <pc:docMk/>
      </pc:docMkLst>
      <pc:sldChg chg="del">
        <pc:chgData name="Linson" userId="075c4cc9-6382-4686-add6-593eb1d48ee5" providerId="ADAL" clId="{9DCDBEA1-648E-4A49-8398-23C91BBA3DEE}" dt="2025-01-31T04:33:57.038" v="116" actId="47"/>
        <pc:sldMkLst>
          <pc:docMk/>
          <pc:sldMk cId="1200102716" sldId="4501"/>
        </pc:sldMkLst>
      </pc:sldChg>
      <pc:sldChg chg="ord">
        <pc:chgData name="Linson" userId="075c4cc9-6382-4686-add6-593eb1d48ee5" providerId="ADAL" clId="{9DCDBEA1-648E-4A49-8398-23C91BBA3DEE}" dt="2025-01-31T11:36:02.686" v="2499"/>
        <pc:sldMkLst>
          <pc:docMk/>
          <pc:sldMk cId="555233315" sldId="4563"/>
        </pc:sldMkLst>
      </pc:sldChg>
      <pc:sldChg chg="ord">
        <pc:chgData name="Linson" userId="075c4cc9-6382-4686-add6-593eb1d48ee5" providerId="ADAL" clId="{9DCDBEA1-648E-4A49-8398-23C91BBA3DEE}" dt="2025-01-31T11:36:02.686" v="2499"/>
        <pc:sldMkLst>
          <pc:docMk/>
          <pc:sldMk cId="3837581032" sldId="4620"/>
        </pc:sldMkLst>
      </pc:sldChg>
      <pc:sldChg chg="addSp modSp del mod">
        <pc:chgData name="Linson" userId="075c4cc9-6382-4686-add6-593eb1d48ee5" providerId="ADAL" clId="{9DCDBEA1-648E-4A49-8398-23C91BBA3DEE}" dt="2025-01-31T11:28:33.307" v="2470" actId="2696"/>
        <pc:sldMkLst>
          <pc:docMk/>
          <pc:sldMk cId="139136722" sldId="4721"/>
        </pc:sldMkLst>
      </pc:sldChg>
      <pc:sldChg chg="del">
        <pc:chgData name="Linson" userId="075c4cc9-6382-4686-add6-593eb1d48ee5" providerId="ADAL" clId="{9DCDBEA1-648E-4A49-8398-23C91BBA3DEE}" dt="2025-01-31T11:28:33.307" v="2470" actId="2696"/>
        <pc:sldMkLst>
          <pc:docMk/>
          <pc:sldMk cId="2530979090" sldId="4722"/>
        </pc:sldMkLst>
      </pc:sldChg>
      <pc:sldChg chg="ord">
        <pc:chgData name="Linson" userId="075c4cc9-6382-4686-add6-593eb1d48ee5" providerId="ADAL" clId="{9DCDBEA1-648E-4A49-8398-23C91BBA3DEE}" dt="2025-01-31T11:36:02.686" v="2499"/>
        <pc:sldMkLst>
          <pc:docMk/>
          <pc:sldMk cId="1074165951" sldId="4725"/>
        </pc:sldMkLst>
      </pc:sldChg>
      <pc:sldChg chg="addSp modSp del mod">
        <pc:chgData name="Linson" userId="075c4cc9-6382-4686-add6-593eb1d48ee5" providerId="ADAL" clId="{9DCDBEA1-648E-4A49-8398-23C91BBA3DEE}" dt="2025-01-31T04:37:26.739" v="120" actId="47"/>
        <pc:sldMkLst>
          <pc:docMk/>
          <pc:sldMk cId="69725028" sldId="4733"/>
        </pc:sldMkLst>
      </pc:sldChg>
      <pc:sldChg chg="addSp delSp modSp mod modClrScheme chgLayout">
        <pc:chgData name="Linson" userId="075c4cc9-6382-4686-add6-593eb1d48ee5" providerId="ADAL" clId="{9DCDBEA1-648E-4A49-8398-23C91BBA3DEE}" dt="2025-01-31T08:07:27.876" v="2131" actId="1076"/>
        <pc:sldMkLst>
          <pc:docMk/>
          <pc:sldMk cId="3313685249" sldId="4734"/>
        </pc:sldMkLst>
      </pc:sldChg>
      <pc:sldChg chg="addSp delSp modSp mod modClrScheme chgLayout">
        <pc:chgData name="Linson" userId="075c4cc9-6382-4686-add6-593eb1d48ee5" providerId="ADAL" clId="{9DCDBEA1-648E-4A49-8398-23C91BBA3DEE}" dt="2025-01-31T09:16:09.116" v="2290" actId="478"/>
        <pc:sldMkLst>
          <pc:docMk/>
          <pc:sldMk cId="2301755188" sldId="4735"/>
        </pc:sldMkLst>
        <pc:spChg chg="add mod">
          <ac:chgData name="Linson" userId="075c4cc9-6382-4686-add6-593eb1d48ee5" providerId="ADAL" clId="{9DCDBEA1-648E-4A49-8398-23C91BBA3DEE}" dt="2025-01-31T09:16:02.947" v="2289" actId="404"/>
          <ac:spMkLst>
            <pc:docMk/>
            <pc:sldMk cId="2301755188" sldId="4735"/>
            <ac:spMk id="13" creationId="{CAD1399C-D2CC-4988-9010-E615BAC39E7D}"/>
          </ac:spMkLst>
        </pc:spChg>
      </pc:sldChg>
      <pc:sldChg chg="del ord">
        <pc:chgData name="Linson" userId="075c4cc9-6382-4686-add6-593eb1d48ee5" providerId="ADAL" clId="{9DCDBEA1-648E-4A49-8398-23C91BBA3DEE}" dt="2025-01-31T11:36:30.608" v="2502" actId="47"/>
        <pc:sldMkLst>
          <pc:docMk/>
          <pc:sldMk cId="4161870532" sldId="4749"/>
        </pc:sldMkLst>
      </pc:sldChg>
      <pc:sldChg chg="ord">
        <pc:chgData name="Linson" userId="075c4cc9-6382-4686-add6-593eb1d48ee5" providerId="ADAL" clId="{9DCDBEA1-648E-4A49-8398-23C91BBA3DEE}" dt="2025-01-31T11:36:02.686" v="2499"/>
        <pc:sldMkLst>
          <pc:docMk/>
          <pc:sldMk cId="1550982254" sldId="4813"/>
        </pc:sldMkLst>
      </pc:sldChg>
      <pc:sldChg chg="ord">
        <pc:chgData name="Linson" userId="075c4cc9-6382-4686-add6-593eb1d48ee5" providerId="ADAL" clId="{9DCDBEA1-648E-4A49-8398-23C91BBA3DEE}" dt="2025-01-31T11:33:23.871" v="2481"/>
        <pc:sldMkLst>
          <pc:docMk/>
          <pc:sldMk cId="2002308485" sldId="4823"/>
        </pc:sldMkLst>
      </pc:sldChg>
      <pc:sldChg chg="ord">
        <pc:chgData name="Linson" userId="075c4cc9-6382-4686-add6-593eb1d48ee5" providerId="ADAL" clId="{9DCDBEA1-648E-4A49-8398-23C91BBA3DEE}" dt="2025-01-31T11:36:02.686" v="2499"/>
        <pc:sldMkLst>
          <pc:docMk/>
          <pc:sldMk cId="1022939990" sldId="4833"/>
        </pc:sldMkLst>
      </pc:sldChg>
      <pc:sldChg chg="modSp mod ord">
        <pc:chgData name="Linson" userId="075c4cc9-6382-4686-add6-593eb1d48ee5" providerId="ADAL" clId="{9DCDBEA1-648E-4A49-8398-23C91BBA3DEE}" dt="2025-01-31T11:36:02.686" v="2499"/>
        <pc:sldMkLst>
          <pc:docMk/>
          <pc:sldMk cId="368173622" sldId="4836"/>
        </pc:sldMkLst>
      </pc:sldChg>
      <pc:sldChg chg="ord">
        <pc:chgData name="Linson" userId="075c4cc9-6382-4686-add6-593eb1d48ee5" providerId="ADAL" clId="{9DCDBEA1-648E-4A49-8398-23C91BBA3DEE}" dt="2025-01-31T11:36:02.686" v="2499"/>
        <pc:sldMkLst>
          <pc:docMk/>
          <pc:sldMk cId="3105590851" sldId="4837"/>
        </pc:sldMkLst>
      </pc:sldChg>
      <pc:sldChg chg="ord">
        <pc:chgData name="Linson" userId="075c4cc9-6382-4686-add6-593eb1d48ee5" providerId="ADAL" clId="{9DCDBEA1-648E-4A49-8398-23C91BBA3DEE}" dt="2025-01-31T11:36:02.686" v="2499"/>
        <pc:sldMkLst>
          <pc:docMk/>
          <pc:sldMk cId="1078850062" sldId="4838"/>
        </pc:sldMkLst>
      </pc:sldChg>
      <pc:sldChg chg="del ord">
        <pc:chgData name="Linson" userId="075c4cc9-6382-4686-add6-593eb1d48ee5" providerId="ADAL" clId="{9DCDBEA1-648E-4A49-8398-23C91BBA3DEE}" dt="2025-01-31T11:36:30.608" v="2502" actId="47"/>
        <pc:sldMkLst>
          <pc:docMk/>
          <pc:sldMk cId="1368296941" sldId="4871"/>
        </pc:sldMkLst>
      </pc:sldChg>
      <pc:sldChg chg="add ord">
        <pc:chgData name="Linson" userId="075c4cc9-6382-4686-add6-593eb1d48ee5" providerId="ADAL" clId="{9DCDBEA1-648E-4A49-8398-23C91BBA3DEE}" dt="2025-01-31T11:35:50.696" v="2497"/>
        <pc:sldMkLst>
          <pc:docMk/>
          <pc:sldMk cId="2136716181" sldId="4884"/>
        </pc:sldMkLst>
      </pc:sldChg>
      <pc:sldChg chg="add ord">
        <pc:chgData name="Linson" userId="075c4cc9-6382-4686-add6-593eb1d48ee5" providerId="ADAL" clId="{9DCDBEA1-648E-4A49-8398-23C91BBA3DEE}" dt="2025-01-31T11:35:50.696" v="2497"/>
        <pc:sldMkLst>
          <pc:docMk/>
          <pc:sldMk cId="3304315509" sldId="4886"/>
        </pc:sldMkLst>
      </pc:sldChg>
      <pc:sldChg chg="del">
        <pc:chgData name="Linson" userId="075c4cc9-6382-4686-add6-593eb1d48ee5" providerId="ADAL" clId="{9DCDBEA1-648E-4A49-8398-23C91BBA3DEE}" dt="2025-01-31T11:27:26.257" v="2469" actId="47"/>
        <pc:sldMkLst>
          <pc:docMk/>
          <pc:sldMk cId="4107459264" sldId="5013"/>
        </pc:sldMkLst>
      </pc:sldChg>
      <pc:sldChg chg="addSp delSp modSp mod">
        <pc:chgData name="Linson" userId="075c4cc9-6382-4686-add6-593eb1d48ee5" providerId="ADAL" clId="{9DCDBEA1-648E-4A49-8398-23C91BBA3DEE}" dt="2025-01-31T08:32:51.374" v="2278" actId="14734"/>
        <pc:sldMkLst>
          <pc:docMk/>
          <pc:sldMk cId="910563683" sldId="5051"/>
        </pc:sldMkLst>
      </pc:sldChg>
      <pc:sldChg chg="ord">
        <pc:chgData name="Linson" userId="075c4cc9-6382-4686-add6-593eb1d48ee5" providerId="ADAL" clId="{9DCDBEA1-648E-4A49-8398-23C91BBA3DEE}" dt="2025-01-31T11:35:50.696" v="2497"/>
        <pc:sldMkLst>
          <pc:docMk/>
          <pc:sldMk cId="1277787334" sldId="5079"/>
        </pc:sldMkLst>
      </pc:sldChg>
      <pc:sldChg chg="addSp delSp modSp mod ord">
        <pc:chgData name="Linson" userId="075c4cc9-6382-4686-add6-593eb1d48ee5" providerId="ADAL" clId="{9DCDBEA1-648E-4A49-8398-23C91BBA3DEE}" dt="2025-01-31T11:36:15.311" v="2501"/>
        <pc:sldMkLst>
          <pc:docMk/>
          <pc:sldMk cId="3538360134" sldId="5083"/>
        </pc:sldMkLst>
        <pc:spChg chg="mod">
          <ac:chgData name="Linson" userId="075c4cc9-6382-4686-add6-593eb1d48ee5" providerId="ADAL" clId="{9DCDBEA1-648E-4A49-8398-23C91BBA3DEE}" dt="2025-01-31T09:17:20.603" v="2312" actId="404"/>
          <ac:spMkLst>
            <pc:docMk/>
            <pc:sldMk cId="3538360134" sldId="5083"/>
            <ac:spMk id="2" creationId="{998BFA22-0EDD-4CC7-85CF-71188A09EAE5}"/>
          </ac:spMkLst>
        </pc:spChg>
        <pc:spChg chg="mod">
          <ac:chgData name="Linson" userId="075c4cc9-6382-4686-add6-593eb1d48ee5" providerId="ADAL" clId="{9DCDBEA1-648E-4A49-8398-23C91BBA3DEE}" dt="2025-01-31T09:21:40.606" v="2324" actId="1076"/>
          <ac:spMkLst>
            <pc:docMk/>
            <pc:sldMk cId="3538360134" sldId="5083"/>
            <ac:spMk id="57" creationId="{FC9B4551-684C-4836-8394-32C8C210C7DE}"/>
          </ac:spMkLst>
        </pc:spChg>
        <pc:spChg chg="mod">
          <ac:chgData name="Linson" userId="075c4cc9-6382-4686-add6-593eb1d48ee5" providerId="ADAL" clId="{9DCDBEA1-648E-4A49-8398-23C91BBA3DEE}" dt="2025-01-31T09:21:10.111" v="2319" actId="1076"/>
          <ac:spMkLst>
            <pc:docMk/>
            <pc:sldMk cId="3538360134" sldId="5083"/>
            <ac:spMk id="60" creationId="{AAE257AD-128E-4EF6-AE34-0049C89971D0}"/>
          </ac:spMkLst>
        </pc:spChg>
        <pc:spChg chg="mod">
          <ac:chgData name="Linson" userId="075c4cc9-6382-4686-add6-593eb1d48ee5" providerId="ADAL" clId="{9DCDBEA1-648E-4A49-8398-23C91BBA3DEE}" dt="2025-01-31T09:21:10.111" v="2319" actId="1076"/>
          <ac:spMkLst>
            <pc:docMk/>
            <pc:sldMk cId="3538360134" sldId="5083"/>
            <ac:spMk id="61" creationId="{385202E8-932F-4989-9992-C654EDA38B57}"/>
          </ac:spMkLst>
        </pc:spChg>
        <pc:graphicFrameChg chg="mod">
          <ac:chgData name="Linson" userId="075c4cc9-6382-4686-add6-593eb1d48ee5" providerId="ADAL" clId="{9DCDBEA1-648E-4A49-8398-23C91BBA3DEE}" dt="2025-01-31T11:18:28.695" v="2416" actId="113"/>
          <ac:graphicFrameMkLst>
            <pc:docMk/>
            <pc:sldMk cId="3538360134" sldId="5083"/>
            <ac:graphicFrameMk id="41" creationId="{8BECB974-B12A-46C3-AD03-E947E17E69BD}"/>
          </ac:graphicFrameMkLst>
        </pc:graphicFrameChg>
      </pc:sldChg>
      <pc:sldChg chg="addSp delSp modSp del mod">
        <pc:chgData name="Linson" userId="075c4cc9-6382-4686-add6-593eb1d48ee5" providerId="ADAL" clId="{9DCDBEA1-648E-4A49-8398-23C91BBA3DEE}" dt="2025-01-31T11:27:26.257" v="2469" actId="47"/>
        <pc:sldMkLst>
          <pc:docMk/>
          <pc:sldMk cId="3304284" sldId="2147470883"/>
        </pc:sldMkLst>
      </pc:sldChg>
      <pc:sldChg chg="del">
        <pc:chgData name="Linson" userId="075c4cc9-6382-4686-add6-593eb1d48ee5" providerId="ADAL" clId="{9DCDBEA1-648E-4A49-8398-23C91BBA3DEE}" dt="2025-01-31T04:37:06.597" v="119" actId="47"/>
        <pc:sldMkLst>
          <pc:docMk/>
          <pc:sldMk cId="2207249616" sldId="2147470886"/>
        </pc:sldMkLst>
      </pc:sldChg>
      <pc:sldChg chg="ord">
        <pc:chgData name="Linson" userId="075c4cc9-6382-4686-add6-593eb1d48ee5" providerId="ADAL" clId="{9DCDBEA1-648E-4A49-8398-23C91BBA3DEE}" dt="2025-01-31T11:36:02.686" v="2499"/>
        <pc:sldMkLst>
          <pc:docMk/>
          <pc:sldMk cId="2772054925" sldId="2147470887"/>
        </pc:sldMkLst>
      </pc:sldChg>
      <pc:sldChg chg="del ord">
        <pc:chgData name="Linson" userId="075c4cc9-6382-4686-add6-593eb1d48ee5" providerId="ADAL" clId="{9DCDBEA1-648E-4A49-8398-23C91BBA3DEE}" dt="2025-01-31T11:34:40.307" v="2489" actId="47"/>
        <pc:sldMkLst>
          <pc:docMk/>
          <pc:sldMk cId="3126169240" sldId="2147470888"/>
        </pc:sldMkLst>
      </pc:sldChg>
      <pc:sldChg chg="addSp delSp modSp mod ord">
        <pc:chgData name="Linson" userId="075c4cc9-6382-4686-add6-593eb1d48ee5" providerId="ADAL" clId="{9DCDBEA1-648E-4A49-8398-23C91BBA3DEE}" dt="2025-01-31T11:33:23.871" v="2481"/>
        <pc:sldMkLst>
          <pc:docMk/>
          <pc:sldMk cId="485952067" sldId="2147470892"/>
        </pc:sldMkLst>
      </pc:sldChg>
      <pc:sldChg chg="del ord">
        <pc:chgData name="Linson" userId="075c4cc9-6382-4686-add6-593eb1d48ee5" providerId="ADAL" clId="{9DCDBEA1-648E-4A49-8398-23C91BBA3DEE}" dt="2025-01-31T11:35:09.292" v="2493" actId="47"/>
        <pc:sldMkLst>
          <pc:docMk/>
          <pc:sldMk cId="2533443766" sldId="2147471023"/>
        </pc:sldMkLst>
      </pc:sldChg>
      <pc:sldChg chg="del ord">
        <pc:chgData name="Linson" userId="075c4cc9-6382-4686-add6-593eb1d48ee5" providerId="ADAL" clId="{9DCDBEA1-648E-4A49-8398-23C91BBA3DEE}" dt="2025-01-31T11:35:09.292" v="2493" actId="47"/>
        <pc:sldMkLst>
          <pc:docMk/>
          <pc:sldMk cId="3054304083" sldId="2147471024"/>
        </pc:sldMkLst>
      </pc:sldChg>
      <pc:sldChg chg="ord">
        <pc:chgData name="Linson" userId="075c4cc9-6382-4686-add6-593eb1d48ee5" providerId="ADAL" clId="{9DCDBEA1-648E-4A49-8398-23C91BBA3DEE}" dt="2025-01-31T11:33:23.871" v="2481"/>
        <pc:sldMkLst>
          <pc:docMk/>
          <pc:sldMk cId="2960644468" sldId="2147471071"/>
        </pc:sldMkLst>
      </pc:sldChg>
      <pc:sldChg chg="addSp delSp modSp mod ord">
        <pc:chgData name="Linson" userId="075c4cc9-6382-4686-add6-593eb1d48ee5" providerId="ADAL" clId="{9DCDBEA1-648E-4A49-8398-23C91BBA3DEE}" dt="2025-01-31T11:36:02.686" v="2499"/>
        <pc:sldMkLst>
          <pc:docMk/>
          <pc:sldMk cId="29744652" sldId="2147471093"/>
        </pc:sldMkLst>
      </pc:sldChg>
      <pc:sldChg chg="del">
        <pc:chgData name="Linson" userId="075c4cc9-6382-4686-add6-593eb1d48ee5" providerId="ADAL" clId="{9DCDBEA1-648E-4A49-8398-23C91BBA3DEE}" dt="2025-01-31T11:29:50.409" v="2471" actId="2696"/>
        <pc:sldMkLst>
          <pc:docMk/>
          <pc:sldMk cId="3342108007" sldId="2147482335"/>
        </pc:sldMkLst>
      </pc:sldChg>
      <pc:sldChg chg="del">
        <pc:chgData name="Linson" userId="075c4cc9-6382-4686-add6-593eb1d48ee5" providerId="ADAL" clId="{9DCDBEA1-648E-4A49-8398-23C91BBA3DEE}" dt="2025-01-31T04:34:05.732" v="117" actId="47"/>
        <pc:sldMkLst>
          <pc:docMk/>
          <pc:sldMk cId="3231651320" sldId="2147482336"/>
        </pc:sldMkLst>
      </pc:sldChg>
      <pc:sldChg chg="ord">
        <pc:chgData name="Linson" userId="075c4cc9-6382-4686-add6-593eb1d48ee5" providerId="ADAL" clId="{9DCDBEA1-648E-4A49-8398-23C91BBA3DEE}" dt="2025-01-31T11:36:02.686" v="2499"/>
        <pc:sldMkLst>
          <pc:docMk/>
          <pc:sldMk cId="1161894639" sldId="2147482337"/>
        </pc:sldMkLst>
      </pc:sldChg>
      <pc:sldChg chg="del ord">
        <pc:chgData name="Linson" userId="075c4cc9-6382-4686-add6-593eb1d48ee5" providerId="ADAL" clId="{9DCDBEA1-648E-4A49-8398-23C91BBA3DEE}" dt="2025-01-31T11:35:09.292" v="2493" actId="47"/>
        <pc:sldMkLst>
          <pc:docMk/>
          <pc:sldMk cId="1659525196" sldId="2147482338"/>
        </pc:sldMkLst>
      </pc:sldChg>
      <pc:sldChg chg="del">
        <pc:chgData name="Linson" userId="075c4cc9-6382-4686-add6-593eb1d48ee5" providerId="ADAL" clId="{9DCDBEA1-648E-4A49-8398-23C91BBA3DEE}" dt="2025-01-31T04:33:37.993" v="115" actId="47"/>
        <pc:sldMkLst>
          <pc:docMk/>
          <pc:sldMk cId="358145238" sldId="2147482341"/>
        </pc:sldMkLst>
      </pc:sldChg>
      <pc:sldChg chg="del">
        <pc:chgData name="Linson" userId="075c4cc9-6382-4686-add6-593eb1d48ee5" providerId="ADAL" clId="{9DCDBEA1-648E-4A49-8398-23C91BBA3DEE}" dt="2025-01-31T11:32:04.987" v="2473" actId="47"/>
        <pc:sldMkLst>
          <pc:docMk/>
          <pc:sldMk cId="3105321441" sldId="2147482345"/>
        </pc:sldMkLst>
      </pc:sldChg>
      <pc:sldChg chg="addSp delSp modSp mod ord modClrScheme chgLayout">
        <pc:chgData name="Linson" userId="075c4cc9-6382-4686-add6-593eb1d48ee5" providerId="ADAL" clId="{9DCDBEA1-648E-4A49-8398-23C91BBA3DEE}" dt="2025-01-31T11:24:57.528" v="2432" actId="12"/>
        <pc:sldMkLst>
          <pc:docMk/>
          <pc:sldMk cId="1656350170" sldId="2147482346"/>
        </pc:sldMkLst>
      </pc:sldChg>
      <pc:sldChg chg="delSp mod ord">
        <pc:chgData name="Linson" userId="075c4cc9-6382-4686-add6-593eb1d48ee5" providerId="ADAL" clId="{9DCDBEA1-648E-4A49-8398-23C91BBA3DEE}" dt="2025-01-31T11:36:02.686" v="2499"/>
        <pc:sldMkLst>
          <pc:docMk/>
          <pc:sldMk cId="2901337448" sldId="2147482347"/>
        </pc:sldMkLst>
      </pc:sldChg>
      <pc:sldChg chg="addSp mod ord">
        <pc:chgData name="Linson" userId="075c4cc9-6382-4686-add6-593eb1d48ee5" providerId="ADAL" clId="{9DCDBEA1-648E-4A49-8398-23C91BBA3DEE}" dt="2025-01-31T11:33:23.871" v="2481"/>
        <pc:sldMkLst>
          <pc:docMk/>
          <pc:sldMk cId="535556265" sldId="2147482349"/>
        </pc:sldMkLst>
      </pc:sldChg>
      <pc:sldChg chg="addSp delSp modSp del mod">
        <pc:chgData name="Linson" userId="075c4cc9-6382-4686-add6-593eb1d48ee5" providerId="ADAL" clId="{9DCDBEA1-648E-4A49-8398-23C91BBA3DEE}" dt="2025-01-31T11:27:11.330" v="2468" actId="47"/>
        <pc:sldMkLst>
          <pc:docMk/>
          <pc:sldMk cId="1726139461" sldId="2147482350"/>
        </pc:sldMkLst>
      </pc:sldChg>
      <pc:sldChg chg="addSp delSp modSp add mod ord">
        <pc:chgData name="Linson" userId="075c4cc9-6382-4686-add6-593eb1d48ee5" providerId="ADAL" clId="{9DCDBEA1-648E-4A49-8398-23C91BBA3DEE}" dt="2025-01-31T08:05:05.236" v="2129" actId="20577"/>
        <pc:sldMkLst>
          <pc:docMk/>
          <pc:sldMk cId="343334689" sldId="2147482351"/>
        </pc:sldMkLst>
        <pc:graphicFrameChg chg="mod modGraphic">
          <ac:chgData name="Linson" userId="075c4cc9-6382-4686-add6-593eb1d48ee5" providerId="ADAL" clId="{9DCDBEA1-648E-4A49-8398-23C91BBA3DEE}" dt="2025-01-31T08:05:05.236" v="2129" actId="20577"/>
          <ac:graphicFrameMkLst>
            <pc:docMk/>
            <pc:sldMk cId="343334689" sldId="2147482351"/>
            <ac:graphicFrameMk id="9" creationId="{52D6CC8F-720E-342D-DF19-2EFA6011B023}"/>
          </ac:graphicFrameMkLst>
        </pc:graphicFrameChg>
      </pc:sldChg>
      <pc:sldChg chg="addSp delSp modSp mod ord">
        <pc:chgData name="Linson" userId="075c4cc9-6382-4686-add6-593eb1d48ee5" providerId="ADAL" clId="{9DCDBEA1-648E-4A49-8398-23C91BBA3DEE}" dt="2025-01-31T11:33:23.871" v="2481"/>
        <pc:sldMkLst>
          <pc:docMk/>
          <pc:sldMk cId="1120156055" sldId="2147482353"/>
        </pc:sldMkLst>
      </pc:sldChg>
      <pc:sldChg chg="add">
        <pc:chgData name="Linson" userId="075c4cc9-6382-4686-add6-593eb1d48ee5" providerId="ADAL" clId="{9DCDBEA1-648E-4A49-8398-23C91BBA3DEE}" dt="2025-01-31T11:33:52.453" v="2484" actId="2890"/>
        <pc:sldMkLst>
          <pc:docMk/>
          <pc:sldMk cId="3280523327" sldId="2147482354"/>
        </pc:sldMkLst>
      </pc:sldChg>
      <pc:sldChg chg="addSp modSp new mod modClrScheme chgLayout">
        <pc:chgData name="Linson" userId="075c4cc9-6382-4686-add6-593eb1d48ee5" providerId="ADAL" clId="{9DCDBEA1-648E-4A49-8398-23C91BBA3DEE}" dt="2025-01-31T11:33:58.918" v="2486" actId="700"/>
        <pc:sldMkLst>
          <pc:docMk/>
          <pc:sldMk cId="118755759" sldId="2147482355"/>
        </pc:sldMkLst>
      </pc:sldChg>
      <pc:sldMasterChg chg="delSldLayout">
        <pc:chgData name="Linson" userId="075c4cc9-6382-4686-add6-593eb1d48ee5" providerId="ADAL" clId="{9DCDBEA1-648E-4A49-8398-23C91BBA3DEE}" dt="2025-01-31T11:28:33.307" v="2470" actId="2696"/>
        <pc:sldMasterMkLst>
          <pc:docMk/>
          <pc:sldMasterMk cId="3767483070" sldId="2147483688"/>
        </pc:sldMasterMkLst>
        <pc:sldLayoutChg chg="del">
          <pc:chgData name="Linson" userId="075c4cc9-6382-4686-add6-593eb1d48ee5" providerId="ADAL" clId="{9DCDBEA1-648E-4A49-8398-23C91BBA3DEE}" dt="2025-01-31T11:28:33.307" v="2470" actId="2696"/>
          <pc:sldLayoutMkLst>
            <pc:docMk/>
            <pc:sldMasterMk cId="3767483070" sldId="2147483688"/>
            <pc:sldLayoutMk cId="2054633963" sldId="2147483747"/>
          </pc:sldLayoutMkLst>
        </pc:sldLayoutChg>
      </pc:sldMasterChg>
    </pc:docChg>
  </pc:docChgLst>
  <pc:docChgLst>
    <pc:chgData name="Sreejith PM" userId="b3fb4f09-9ecc-48ed-a8cc-ede8e446e1db" providerId="ADAL" clId="{510C66DE-7F48-4F5F-A519-F7E75F643BB8}"/>
    <pc:docChg chg="undo custSel addSld delSld modSld sldOrd addSection modSection">
      <pc:chgData name="Sreejith PM" userId="b3fb4f09-9ecc-48ed-a8cc-ede8e446e1db" providerId="ADAL" clId="{510C66DE-7F48-4F5F-A519-F7E75F643BB8}" dt="2025-03-07T16:51:12.162" v="4572" actId="1036"/>
      <pc:docMkLst>
        <pc:docMk/>
      </pc:docMkLst>
      <pc:sldChg chg="modSp mod">
        <pc:chgData name="Sreejith PM" userId="b3fb4f09-9ecc-48ed-a8cc-ede8e446e1db" providerId="ADAL" clId="{510C66DE-7F48-4F5F-A519-F7E75F643BB8}" dt="2025-03-06T05:09:22.958" v="45" actId="6549"/>
        <pc:sldMkLst>
          <pc:docMk/>
          <pc:sldMk cId="4167143103" sldId="257"/>
        </pc:sldMkLst>
      </pc:sldChg>
      <pc:sldChg chg="addSp modSp add mod ord">
        <pc:chgData name="Sreejith PM" userId="b3fb4f09-9ecc-48ed-a8cc-ede8e446e1db" providerId="ADAL" clId="{510C66DE-7F48-4F5F-A519-F7E75F643BB8}" dt="2025-03-07T13:37:46.308" v="4161" actId="20577"/>
        <pc:sldMkLst>
          <pc:docMk/>
          <pc:sldMk cId="862393434" sldId="4111"/>
        </pc:sldMkLst>
      </pc:sldChg>
      <pc:sldChg chg="modSp mod">
        <pc:chgData name="Sreejith PM" userId="b3fb4f09-9ecc-48ed-a8cc-ede8e446e1db" providerId="ADAL" clId="{510C66DE-7F48-4F5F-A519-F7E75F643BB8}" dt="2025-03-07T11:15:51.132" v="3018" actId="14100"/>
        <pc:sldMkLst>
          <pc:docMk/>
          <pc:sldMk cId="176398265" sldId="4725"/>
        </pc:sldMkLst>
        <pc:spChg chg="mod">
          <ac:chgData name="Sreejith PM" userId="b3fb4f09-9ecc-48ed-a8cc-ede8e446e1db" providerId="ADAL" clId="{510C66DE-7F48-4F5F-A519-F7E75F643BB8}" dt="2025-03-07T07:51:34.368" v="2793" actId="255"/>
          <ac:spMkLst>
            <pc:docMk/>
            <pc:sldMk cId="176398265" sldId="4725"/>
            <ac:spMk id="2" creationId="{37A73958-6935-4337-89DA-B1D5C54F448B}"/>
          </ac:spMkLst>
        </pc:spChg>
        <pc:spChg chg="mod">
          <ac:chgData name="Sreejith PM" userId="b3fb4f09-9ecc-48ed-a8cc-ede8e446e1db" providerId="ADAL" clId="{510C66DE-7F48-4F5F-A519-F7E75F643BB8}" dt="2025-03-07T11:15:51.132" v="3018" actId="14100"/>
          <ac:spMkLst>
            <pc:docMk/>
            <pc:sldMk cId="176398265" sldId="4725"/>
            <ac:spMk id="7" creationId="{6482209A-17D6-4483-9520-B2DFAF3FDDB7}"/>
          </ac:spMkLst>
        </pc:spChg>
      </pc:sldChg>
      <pc:sldChg chg="addSp modSp add del mod">
        <pc:chgData name="Sreejith PM" userId="b3fb4f09-9ecc-48ed-a8cc-ede8e446e1db" providerId="ADAL" clId="{510C66DE-7F48-4F5F-A519-F7E75F643BB8}" dt="2025-03-06T09:24:43.905" v="320" actId="47"/>
        <pc:sldMkLst>
          <pc:docMk/>
          <pc:sldMk cId="2981510945" sldId="4728"/>
        </pc:sldMkLst>
      </pc:sldChg>
      <pc:sldChg chg="addSp modSp mod">
        <pc:chgData name="Sreejith PM" userId="b3fb4f09-9ecc-48ed-a8cc-ede8e446e1db" providerId="ADAL" clId="{510C66DE-7F48-4F5F-A519-F7E75F643BB8}" dt="2025-03-07T12:01:36.595" v="3335" actId="20577"/>
        <pc:sldMkLst>
          <pc:docMk/>
          <pc:sldMk cId="2301755188" sldId="4735"/>
        </pc:sldMkLst>
        <pc:spChg chg="mod">
          <ac:chgData name="Sreejith PM" userId="b3fb4f09-9ecc-48ed-a8cc-ede8e446e1db" providerId="ADAL" clId="{510C66DE-7F48-4F5F-A519-F7E75F643BB8}" dt="2025-03-07T08:46:29.064" v="2836"/>
          <ac:spMkLst>
            <pc:docMk/>
            <pc:sldMk cId="2301755188" sldId="4735"/>
            <ac:spMk id="6" creationId="{5118F9C1-B069-8CFF-EEF1-ACB19FB0355F}"/>
          </ac:spMkLst>
        </pc:spChg>
        <pc:graphicFrameChg chg="mod modGraphic">
          <ac:chgData name="Sreejith PM" userId="b3fb4f09-9ecc-48ed-a8cc-ede8e446e1db" providerId="ADAL" clId="{510C66DE-7F48-4F5F-A519-F7E75F643BB8}" dt="2025-03-07T12:01:36.595" v="3335" actId="20577"/>
          <ac:graphicFrameMkLst>
            <pc:docMk/>
            <pc:sldMk cId="2301755188" sldId="4735"/>
            <ac:graphicFrameMk id="5" creationId="{416E8AC2-B9A5-9832-1AC8-3540A6B445A2}"/>
          </ac:graphicFrameMkLst>
        </pc:graphicFrameChg>
      </pc:sldChg>
      <pc:sldChg chg="addSp delSp modSp mod">
        <pc:chgData name="Sreejith PM" userId="b3fb4f09-9ecc-48ed-a8cc-ede8e446e1db" providerId="ADAL" clId="{510C66DE-7F48-4F5F-A519-F7E75F643BB8}" dt="2025-03-07T07:04:37.492" v="2373" actId="13926"/>
        <pc:sldMkLst>
          <pc:docMk/>
          <pc:sldMk cId="29744652" sldId="2147471093"/>
        </pc:sldMkLst>
        <pc:spChg chg="mod">
          <ac:chgData name="Sreejith PM" userId="b3fb4f09-9ecc-48ed-a8cc-ede8e446e1db" providerId="ADAL" clId="{510C66DE-7F48-4F5F-A519-F7E75F643BB8}" dt="2025-03-07T07:03:19.237" v="2307"/>
          <ac:spMkLst>
            <pc:docMk/>
            <pc:sldMk cId="29744652" sldId="2147471093"/>
            <ac:spMk id="5" creationId="{540CE672-9FE0-4AA6-C301-9AD5657ADD0D}"/>
          </ac:spMkLst>
        </pc:spChg>
        <pc:picChg chg="mod">
          <ac:chgData name="Sreejith PM" userId="b3fb4f09-9ecc-48ed-a8cc-ede8e446e1db" providerId="ADAL" clId="{510C66DE-7F48-4F5F-A519-F7E75F643BB8}" dt="2025-03-07T07:03:32.912" v="2308" actId="1076"/>
          <ac:picMkLst>
            <pc:docMk/>
            <pc:sldMk cId="29744652" sldId="2147471093"/>
            <ac:picMk id="15" creationId="{D11EC911-B990-4E0A-88AF-AAB4E7F6D9F4}"/>
          </ac:picMkLst>
        </pc:picChg>
        <pc:picChg chg="mod">
          <ac:chgData name="Sreejith PM" userId="b3fb4f09-9ecc-48ed-a8cc-ede8e446e1db" providerId="ADAL" clId="{510C66DE-7F48-4F5F-A519-F7E75F643BB8}" dt="2025-03-07T07:00:25.376" v="2298" actId="1076"/>
          <ac:picMkLst>
            <pc:docMk/>
            <pc:sldMk cId="29744652" sldId="2147471093"/>
            <ac:picMk id="17" creationId="{4B9DEA3F-3547-42AC-B0DB-F49A584752C0}"/>
          </ac:picMkLst>
        </pc:picChg>
        <pc:picChg chg="mod">
          <ac:chgData name="Sreejith PM" userId="b3fb4f09-9ecc-48ed-a8cc-ede8e446e1db" providerId="ADAL" clId="{510C66DE-7F48-4F5F-A519-F7E75F643BB8}" dt="2025-03-07T06:59:37.470" v="2289" actId="1076"/>
          <ac:picMkLst>
            <pc:docMk/>
            <pc:sldMk cId="29744652" sldId="2147471093"/>
            <ac:picMk id="18" creationId="{D24C2E11-A33A-464C-8731-E62B7CC61A78}"/>
          </ac:picMkLst>
        </pc:picChg>
        <pc:picChg chg="mod">
          <ac:chgData name="Sreejith PM" userId="b3fb4f09-9ecc-48ed-a8cc-ede8e446e1db" providerId="ADAL" clId="{510C66DE-7F48-4F5F-A519-F7E75F643BB8}" dt="2025-03-07T06:58:51.438" v="2287" actId="1076"/>
          <ac:picMkLst>
            <pc:docMk/>
            <pc:sldMk cId="29744652" sldId="2147471093"/>
            <ac:picMk id="26" creationId="{7E848910-75D8-491C-BC19-2CB50BA0E03B}"/>
          </ac:picMkLst>
        </pc:picChg>
        <pc:picChg chg="mod">
          <ac:chgData name="Sreejith PM" userId="b3fb4f09-9ecc-48ed-a8cc-ede8e446e1db" providerId="ADAL" clId="{510C66DE-7F48-4F5F-A519-F7E75F643BB8}" dt="2025-03-07T06:54:42.185" v="2279" actId="1076"/>
          <ac:picMkLst>
            <pc:docMk/>
            <pc:sldMk cId="29744652" sldId="2147471093"/>
            <ac:picMk id="27" creationId="{87D69EB6-A86E-4850-B0E2-B955583F5F4C}"/>
          </ac:picMkLst>
        </pc:picChg>
        <pc:picChg chg="mod">
          <ac:chgData name="Sreejith PM" userId="b3fb4f09-9ecc-48ed-a8cc-ede8e446e1db" providerId="ADAL" clId="{510C66DE-7F48-4F5F-A519-F7E75F643BB8}" dt="2025-03-07T06:58:56.800" v="2288" actId="1076"/>
          <ac:picMkLst>
            <pc:docMk/>
            <pc:sldMk cId="29744652" sldId="2147471093"/>
            <ac:picMk id="28" creationId="{678C06FF-FC24-4D66-B18D-B0F7E0639FA1}"/>
          </ac:picMkLst>
        </pc:picChg>
      </pc:sldChg>
      <pc:sldChg chg="addSp modSp mod">
        <pc:chgData name="Sreejith PM" userId="b3fb4f09-9ecc-48ed-a8cc-ede8e446e1db" providerId="ADAL" clId="{510C66DE-7F48-4F5F-A519-F7E75F643BB8}" dt="2025-03-07T11:12:47.486" v="3013" actId="20577"/>
        <pc:sldMkLst>
          <pc:docMk/>
          <pc:sldMk cId="807452645" sldId="2147471123"/>
        </pc:sldMkLst>
        <pc:spChg chg="mod">
          <ac:chgData name="Sreejith PM" userId="b3fb4f09-9ecc-48ed-a8cc-ede8e446e1db" providerId="ADAL" clId="{510C66DE-7F48-4F5F-A519-F7E75F643BB8}" dt="2025-03-07T11:11:02.964" v="2944"/>
          <ac:spMkLst>
            <pc:docMk/>
            <pc:sldMk cId="807452645" sldId="2147471123"/>
            <ac:spMk id="11" creationId="{E434744E-5330-4125-BEDF-FBC6390D79CD}"/>
          </ac:spMkLst>
        </pc:spChg>
        <pc:spChg chg="add mod">
          <ac:chgData name="Sreejith PM" userId="b3fb4f09-9ecc-48ed-a8cc-ede8e446e1db" providerId="ADAL" clId="{510C66DE-7F48-4F5F-A519-F7E75F643BB8}" dt="2025-03-07T11:12:47.486" v="3013" actId="20577"/>
          <ac:spMkLst>
            <pc:docMk/>
            <pc:sldMk cId="807452645" sldId="2147471123"/>
            <ac:spMk id="13" creationId="{DA41D0F4-BD61-5D35-09F2-5A3B1460F8EB}"/>
          </ac:spMkLst>
        </pc:spChg>
      </pc:sldChg>
      <pc:sldChg chg="modSp mod">
        <pc:chgData name="Sreejith PM" userId="b3fb4f09-9ecc-48ed-a8cc-ede8e446e1db" providerId="ADAL" clId="{510C66DE-7F48-4F5F-A519-F7E75F643BB8}" dt="2025-03-06T06:32:44.225" v="62" actId="207"/>
        <pc:sldMkLst>
          <pc:docMk/>
          <pc:sldMk cId="1656350170" sldId="2147482346"/>
        </pc:sldMkLst>
      </pc:sldChg>
      <pc:sldChg chg="addSp modSp mod">
        <pc:chgData name="Sreejith PM" userId="b3fb4f09-9ecc-48ed-a8cc-ede8e446e1db" providerId="ADAL" clId="{510C66DE-7F48-4F5F-A519-F7E75F643BB8}" dt="2025-03-07T09:43:01.972" v="2862" actId="1076"/>
        <pc:sldMkLst>
          <pc:docMk/>
          <pc:sldMk cId="343334689" sldId="2147482351"/>
        </pc:sldMkLst>
        <pc:spChg chg="add mod">
          <ac:chgData name="Sreejith PM" userId="b3fb4f09-9ecc-48ed-a8cc-ede8e446e1db" providerId="ADAL" clId="{510C66DE-7F48-4F5F-A519-F7E75F643BB8}" dt="2025-03-07T09:43:01.972" v="2862" actId="1076"/>
          <ac:spMkLst>
            <pc:docMk/>
            <pc:sldMk cId="343334689" sldId="2147482351"/>
            <ac:spMk id="4" creationId="{57A45355-2828-BF18-F098-67A9156B7F3E}"/>
          </ac:spMkLst>
        </pc:spChg>
        <pc:spChg chg="mod">
          <ac:chgData name="Sreejith PM" userId="b3fb4f09-9ecc-48ed-a8cc-ede8e446e1db" providerId="ADAL" clId="{510C66DE-7F48-4F5F-A519-F7E75F643BB8}" dt="2025-03-07T08:43:42.365" v="2804" actId="6549"/>
          <ac:spMkLst>
            <pc:docMk/>
            <pc:sldMk cId="343334689" sldId="2147482351"/>
            <ac:spMk id="11" creationId="{19BA0B6F-3289-130F-642F-4B42925BBA24}"/>
          </ac:spMkLst>
        </pc:spChg>
        <pc:graphicFrameChg chg="modGraphic">
          <ac:chgData name="Sreejith PM" userId="b3fb4f09-9ecc-48ed-a8cc-ede8e446e1db" providerId="ADAL" clId="{510C66DE-7F48-4F5F-A519-F7E75F643BB8}" dt="2025-03-07T07:25:25.262" v="2526" actId="20577"/>
          <ac:graphicFrameMkLst>
            <pc:docMk/>
            <pc:sldMk cId="343334689" sldId="2147482351"/>
            <ac:graphicFrameMk id="9" creationId="{52D6CC8F-720E-342D-DF19-2EFA6011B023}"/>
          </ac:graphicFrameMkLst>
        </pc:graphicFrameChg>
      </pc:sldChg>
      <pc:sldChg chg="addSp delSp modSp mod">
        <pc:chgData name="Sreejith PM" userId="b3fb4f09-9ecc-48ed-a8cc-ede8e446e1db" providerId="ADAL" clId="{510C66DE-7F48-4F5F-A519-F7E75F643BB8}" dt="2025-03-07T12:03:22.611" v="3361" actId="20577"/>
        <pc:sldMkLst>
          <pc:docMk/>
          <pc:sldMk cId="2384935863" sldId="2147482358"/>
        </pc:sldMkLst>
        <pc:spChg chg="mod">
          <ac:chgData name="Sreejith PM" userId="b3fb4f09-9ecc-48ed-a8cc-ede8e446e1db" providerId="ADAL" clId="{510C66DE-7F48-4F5F-A519-F7E75F643BB8}" dt="2025-03-06T12:33:37.133" v="1024" actId="1076"/>
          <ac:spMkLst>
            <pc:docMk/>
            <pc:sldMk cId="2384935863" sldId="2147482358"/>
            <ac:spMk id="6" creationId="{F8E87F12-22B4-4902-9131-145341ABFA4E}"/>
          </ac:spMkLst>
        </pc:spChg>
        <pc:graphicFrameChg chg="add mod modGraphic">
          <ac:chgData name="Sreejith PM" userId="b3fb4f09-9ecc-48ed-a8cc-ede8e446e1db" providerId="ADAL" clId="{510C66DE-7F48-4F5F-A519-F7E75F643BB8}" dt="2025-03-07T12:03:22.611" v="3361" actId="20577"/>
          <ac:graphicFrameMkLst>
            <pc:docMk/>
            <pc:sldMk cId="2384935863" sldId="2147482358"/>
            <ac:graphicFrameMk id="43" creationId="{CAC40896-7657-3F7C-EBE6-ECED628CF04F}"/>
          </ac:graphicFrameMkLst>
        </pc:graphicFrameChg>
      </pc:sldChg>
      <pc:sldChg chg="addSp delSp modSp mod">
        <pc:chgData name="Sreejith PM" userId="b3fb4f09-9ecc-48ed-a8cc-ede8e446e1db" providerId="ADAL" clId="{510C66DE-7F48-4F5F-A519-F7E75F643BB8}" dt="2025-03-07T08:46:51.352" v="2837" actId="20577"/>
        <pc:sldMkLst>
          <pc:docMk/>
          <pc:sldMk cId="3481101215" sldId="2147482365"/>
        </pc:sldMkLst>
      </pc:sldChg>
      <pc:sldChg chg="addSp delSp modSp del mod ord">
        <pc:chgData name="Sreejith PM" userId="b3fb4f09-9ecc-48ed-a8cc-ede8e446e1db" providerId="ADAL" clId="{510C66DE-7F48-4F5F-A519-F7E75F643BB8}" dt="2025-03-07T13:34:21.803" v="4091" actId="47"/>
        <pc:sldMkLst>
          <pc:docMk/>
          <pc:sldMk cId="1307406285" sldId="2147482398"/>
        </pc:sldMkLst>
      </pc:sldChg>
      <pc:sldChg chg="modSp mod">
        <pc:chgData name="Sreejith PM" userId="b3fb4f09-9ecc-48ed-a8cc-ede8e446e1db" providerId="ADAL" clId="{510C66DE-7F48-4F5F-A519-F7E75F643BB8}" dt="2025-03-07T06:37:41.940" v="2019" actId="20577"/>
        <pc:sldMkLst>
          <pc:docMk/>
          <pc:sldMk cId="2402176" sldId="2147482402"/>
        </pc:sldMkLst>
        <pc:spChg chg="mod">
          <ac:chgData name="Sreejith PM" userId="b3fb4f09-9ecc-48ed-a8cc-ede8e446e1db" providerId="ADAL" clId="{510C66DE-7F48-4F5F-A519-F7E75F643BB8}" dt="2025-03-07T06:37:41.940" v="2019" actId="20577"/>
          <ac:spMkLst>
            <pc:docMk/>
            <pc:sldMk cId="2402176" sldId="2147482402"/>
            <ac:spMk id="11" creationId="{0985BB6B-AD2D-4571-B3FC-50CAD7FC9DD8}"/>
          </ac:spMkLst>
        </pc:spChg>
      </pc:sldChg>
      <pc:sldChg chg="addSp delSp modSp mod">
        <pc:chgData name="Sreejith PM" userId="b3fb4f09-9ecc-48ed-a8cc-ede8e446e1db" providerId="ADAL" clId="{510C66DE-7F48-4F5F-A519-F7E75F643BB8}" dt="2025-03-07T16:43:34.430" v="4510" actId="478"/>
        <pc:sldMkLst>
          <pc:docMk/>
          <pc:sldMk cId="3716128500" sldId="2147482408"/>
        </pc:sldMkLst>
        <pc:spChg chg="mod">
          <ac:chgData name="Sreejith PM" userId="b3fb4f09-9ecc-48ed-a8cc-ede8e446e1db" providerId="ADAL" clId="{510C66DE-7F48-4F5F-A519-F7E75F643BB8}" dt="2025-03-07T16:43:31.163" v="4509"/>
          <ac:spMkLst>
            <pc:docMk/>
            <pc:sldMk cId="3716128500" sldId="2147482408"/>
            <ac:spMk id="2" creationId="{8F43E9B6-FF09-43D5-B705-2590F0599E19}"/>
          </ac:spMkLst>
        </pc:spChg>
        <pc:spChg chg="mod">
          <ac:chgData name="Sreejith PM" userId="b3fb4f09-9ecc-48ed-a8cc-ede8e446e1db" providerId="ADAL" clId="{510C66DE-7F48-4F5F-A519-F7E75F643BB8}" dt="2025-03-07T11:25:25.173" v="3139" actId="1076"/>
          <ac:spMkLst>
            <pc:docMk/>
            <pc:sldMk cId="3716128500" sldId="2147482408"/>
            <ac:spMk id="7" creationId="{0C585183-BC4F-4AC6-9626-C7DD872D3C41}"/>
          </ac:spMkLst>
        </pc:spChg>
        <pc:spChg chg="mod">
          <ac:chgData name="Sreejith PM" userId="b3fb4f09-9ecc-48ed-a8cc-ede8e446e1db" providerId="ADAL" clId="{510C66DE-7F48-4F5F-A519-F7E75F643BB8}" dt="2025-03-07T11:21:29.979" v="3108" actId="1076"/>
          <ac:spMkLst>
            <pc:docMk/>
            <pc:sldMk cId="3716128500" sldId="2147482408"/>
            <ac:spMk id="16" creationId="{E39A6573-5093-4EB8-AC12-B76A098FBC59}"/>
          </ac:spMkLst>
        </pc:spChg>
      </pc:sldChg>
      <pc:sldChg chg="addSp delSp modSp add mod">
        <pc:chgData name="Sreejith PM" userId="b3fb4f09-9ecc-48ed-a8cc-ede8e446e1db" providerId="ADAL" clId="{510C66DE-7F48-4F5F-A519-F7E75F643BB8}" dt="2025-03-06T09:24:20.914" v="318" actId="478"/>
        <pc:sldMkLst>
          <pc:docMk/>
          <pc:sldMk cId="3122939505" sldId="2147482411"/>
        </pc:sldMkLst>
        <pc:spChg chg="mod">
          <ac:chgData name="Sreejith PM" userId="b3fb4f09-9ecc-48ed-a8cc-ede8e446e1db" providerId="ADAL" clId="{510C66DE-7F48-4F5F-A519-F7E75F643BB8}" dt="2025-03-06T07:40:04.738" v="113" actId="20577"/>
          <ac:spMkLst>
            <pc:docMk/>
            <pc:sldMk cId="3122939505" sldId="2147482411"/>
            <ac:spMk id="7" creationId="{776105AA-A7B7-8F89-2B18-05EBFFE3F475}"/>
          </ac:spMkLst>
        </pc:spChg>
      </pc:sldChg>
      <pc:sldChg chg="addSp delSp modSp add mod">
        <pc:chgData name="Sreejith PM" userId="b3fb4f09-9ecc-48ed-a8cc-ede8e446e1db" providerId="ADAL" clId="{510C66DE-7F48-4F5F-A519-F7E75F643BB8}" dt="2025-03-06T11:45:53.510" v="874" actId="27918"/>
        <pc:sldMkLst>
          <pc:docMk/>
          <pc:sldMk cId="4036353780" sldId="2147482412"/>
        </pc:sldMkLst>
      </pc:sldChg>
      <pc:sldChg chg="addSp delSp modSp del mod">
        <pc:chgData name="Sreejith PM" userId="b3fb4f09-9ecc-48ed-a8cc-ede8e446e1db" providerId="ADAL" clId="{510C66DE-7F48-4F5F-A519-F7E75F643BB8}" dt="2025-03-07T11:15:18.197" v="3014" actId="47"/>
        <pc:sldMkLst>
          <pc:docMk/>
          <pc:sldMk cId="1575351105" sldId="2147482413"/>
        </pc:sldMkLst>
      </pc:sldChg>
      <pc:sldChg chg="addSp delSp modSp mod">
        <pc:chgData name="Sreejith PM" userId="b3fb4f09-9ecc-48ed-a8cc-ede8e446e1db" providerId="ADAL" clId="{510C66DE-7F48-4F5F-A519-F7E75F643BB8}" dt="2025-03-07T16:51:12.162" v="4572" actId="1036"/>
        <pc:sldMkLst>
          <pc:docMk/>
          <pc:sldMk cId="80129155" sldId="2147482414"/>
        </pc:sldMkLst>
        <pc:spChg chg="mod">
          <ac:chgData name="Sreejith PM" userId="b3fb4f09-9ecc-48ed-a8cc-ede8e446e1db" providerId="ADAL" clId="{510C66DE-7F48-4F5F-A519-F7E75F643BB8}" dt="2025-03-07T04:26:05.136" v="1409" actId="20577"/>
          <ac:spMkLst>
            <pc:docMk/>
            <pc:sldMk cId="80129155" sldId="2147482414"/>
            <ac:spMk id="2" creationId="{CD4636AF-C9EA-40F0-A0BE-94040B68639B}"/>
          </ac:spMkLst>
        </pc:spChg>
        <pc:spChg chg="add mod">
          <ac:chgData name="Sreejith PM" userId="b3fb4f09-9ecc-48ed-a8cc-ede8e446e1db" providerId="ADAL" clId="{510C66DE-7F48-4F5F-A519-F7E75F643BB8}" dt="2025-03-07T06:47:49.214" v="2144" actId="1076"/>
          <ac:spMkLst>
            <pc:docMk/>
            <pc:sldMk cId="80129155" sldId="2147482414"/>
            <ac:spMk id="4" creationId="{191A8622-C883-2263-1A55-E5C6AF050A0D}"/>
          </ac:spMkLst>
        </pc:spChg>
        <pc:spChg chg="add mod">
          <ac:chgData name="Sreejith PM" userId="b3fb4f09-9ecc-48ed-a8cc-ede8e446e1db" providerId="ADAL" clId="{510C66DE-7F48-4F5F-A519-F7E75F643BB8}" dt="2025-03-07T06:47:46.774" v="2143" actId="1076"/>
          <ac:spMkLst>
            <pc:docMk/>
            <pc:sldMk cId="80129155" sldId="2147482414"/>
            <ac:spMk id="5" creationId="{834942B6-ADED-BB68-22B8-8EDBDD456CEE}"/>
          </ac:spMkLst>
        </pc:spChg>
        <pc:spChg chg="add mod">
          <ac:chgData name="Sreejith PM" userId="b3fb4f09-9ecc-48ed-a8cc-ede8e446e1db" providerId="ADAL" clId="{510C66DE-7F48-4F5F-A519-F7E75F643BB8}" dt="2025-03-07T06:40:03.644" v="2031" actId="20577"/>
          <ac:spMkLst>
            <pc:docMk/>
            <pc:sldMk cId="80129155" sldId="2147482414"/>
            <ac:spMk id="6" creationId="{A2D01CC0-6435-3E06-AA00-F908836C8C68}"/>
          </ac:spMkLst>
        </pc:spChg>
        <pc:spChg chg="add mod">
          <ac:chgData name="Sreejith PM" userId="b3fb4f09-9ecc-48ed-a8cc-ede8e446e1db" providerId="ADAL" clId="{510C66DE-7F48-4F5F-A519-F7E75F643BB8}" dt="2025-03-07T06:50:49.602" v="2221" actId="6549"/>
          <ac:spMkLst>
            <pc:docMk/>
            <pc:sldMk cId="80129155" sldId="2147482414"/>
            <ac:spMk id="8" creationId="{DC906B82-4035-F175-37A6-D9E9B7D7E29D}"/>
          </ac:spMkLst>
        </pc:spChg>
        <pc:spChg chg="mod">
          <ac:chgData name="Sreejith PM" userId="b3fb4f09-9ecc-48ed-a8cc-ede8e446e1db" providerId="ADAL" clId="{510C66DE-7F48-4F5F-A519-F7E75F643BB8}" dt="2025-03-07T06:47:43.933" v="2142" actId="1076"/>
          <ac:spMkLst>
            <pc:docMk/>
            <pc:sldMk cId="80129155" sldId="2147482414"/>
            <ac:spMk id="12" creationId="{C07E389C-D7E4-4DB5-81E1-C8BC255DB7EF}"/>
          </ac:spMkLst>
        </pc:spChg>
        <pc:spChg chg="mod">
          <ac:chgData name="Sreejith PM" userId="b3fb4f09-9ecc-48ed-a8cc-ede8e446e1db" providerId="ADAL" clId="{510C66DE-7F48-4F5F-A519-F7E75F643BB8}" dt="2025-03-07T06:47:43.933" v="2142" actId="1076"/>
          <ac:spMkLst>
            <pc:docMk/>
            <pc:sldMk cId="80129155" sldId="2147482414"/>
            <ac:spMk id="14" creationId="{C5F3DE34-E7D1-4600-8F78-1A6DAC51F4BC}"/>
          </ac:spMkLst>
        </pc:spChg>
        <pc:spChg chg="mod">
          <ac:chgData name="Sreejith PM" userId="b3fb4f09-9ecc-48ed-a8cc-ede8e446e1db" providerId="ADAL" clId="{510C66DE-7F48-4F5F-A519-F7E75F643BB8}" dt="2025-03-07T16:51:12.162" v="4572" actId="1036"/>
          <ac:spMkLst>
            <pc:docMk/>
            <pc:sldMk cId="80129155" sldId="2147482414"/>
            <ac:spMk id="17" creationId="{30EFEA7E-1958-4371-923D-77DA834183FF}"/>
          </ac:spMkLst>
        </pc:spChg>
        <pc:spChg chg="mod">
          <ac:chgData name="Sreejith PM" userId="b3fb4f09-9ecc-48ed-a8cc-ede8e446e1db" providerId="ADAL" clId="{510C66DE-7F48-4F5F-A519-F7E75F643BB8}" dt="2025-03-07T05:57:34.780" v="1865" actId="1036"/>
          <ac:spMkLst>
            <pc:docMk/>
            <pc:sldMk cId="80129155" sldId="2147482414"/>
            <ac:spMk id="19" creationId="{1EA61189-70DC-4F23-BDA7-7E99069385DF}"/>
          </ac:spMkLst>
        </pc:spChg>
        <pc:spChg chg="mod">
          <ac:chgData name="Sreejith PM" userId="b3fb4f09-9ecc-48ed-a8cc-ede8e446e1db" providerId="ADAL" clId="{510C66DE-7F48-4F5F-A519-F7E75F643BB8}" dt="2025-03-07T06:47:43.933" v="2142" actId="1076"/>
          <ac:spMkLst>
            <pc:docMk/>
            <pc:sldMk cId="80129155" sldId="2147482414"/>
            <ac:spMk id="21" creationId="{4B0F2EAB-C21A-4DDE-881B-DA64ED567936}"/>
          </ac:spMkLst>
        </pc:spChg>
        <pc:spChg chg="mod">
          <ac:chgData name="Sreejith PM" userId="b3fb4f09-9ecc-48ed-a8cc-ede8e446e1db" providerId="ADAL" clId="{510C66DE-7F48-4F5F-A519-F7E75F643BB8}" dt="2025-03-07T06:49:55.106" v="2210" actId="6549"/>
          <ac:spMkLst>
            <pc:docMk/>
            <pc:sldMk cId="80129155" sldId="2147482414"/>
            <ac:spMk id="22" creationId="{762E7D2B-4D75-42E1-A38D-AC1314134BF1}"/>
          </ac:spMkLst>
        </pc:spChg>
        <pc:spChg chg="mod">
          <ac:chgData name="Sreejith PM" userId="b3fb4f09-9ecc-48ed-a8cc-ede8e446e1db" providerId="ADAL" clId="{510C66DE-7F48-4F5F-A519-F7E75F643BB8}" dt="2025-03-07T06:49:17.102" v="2205" actId="1076"/>
          <ac:spMkLst>
            <pc:docMk/>
            <pc:sldMk cId="80129155" sldId="2147482414"/>
            <ac:spMk id="23" creationId="{A933AB84-69A8-4E51-A1B1-E91FBD9507F9}"/>
          </ac:spMkLst>
        </pc:spChg>
        <pc:spChg chg="mod">
          <ac:chgData name="Sreejith PM" userId="b3fb4f09-9ecc-48ed-a8cc-ede8e446e1db" providerId="ADAL" clId="{510C66DE-7F48-4F5F-A519-F7E75F643BB8}" dt="2025-03-07T06:48:55.127" v="2200" actId="1076"/>
          <ac:spMkLst>
            <pc:docMk/>
            <pc:sldMk cId="80129155" sldId="2147482414"/>
            <ac:spMk id="24" creationId="{8B6FFB3C-2196-46E4-BC66-5C935055A1B7}"/>
          </ac:spMkLst>
        </pc:spChg>
        <pc:spChg chg="add mod">
          <ac:chgData name="Sreejith PM" userId="b3fb4f09-9ecc-48ed-a8cc-ede8e446e1db" providerId="ADAL" clId="{510C66DE-7F48-4F5F-A519-F7E75F643BB8}" dt="2025-03-07T06:49:50.180" v="2209"/>
          <ac:spMkLst>
            <pc:docMk/>
            <pc:sldMk cId="80129155" sldId="2147482414"/>
            <ac:spMk id="25" creationId="{B212DF73-2B5D-2747-B514-7EAFA1BB63F8}"/>
          </ac:spMkLst>
        </pc:spChg>
        <pc:spChg chg="add mod">
          <ac:chgData name="Sreejith PM" userId="b3fb4f09-9ecc-48ed-a8cc-ede8e446e1db" providerId="ADAL" clId="{510C66DE-7F48-4F5F-A519-F7E75F643BB8}" dt="2025-03-07T06:50:08.382" v="2212" actId="14100"/>
          <ac:spMkLst>
            <pc:docMk/>
            <pc:sldMk cId="80129155" sldId="2147482414"/>
            <ac:spMk id="26" creationId="{232C3387-C003-E99A-C846-E96F5FBCA6AD}"/>
          </ac:spMkLst>
        </pc:spChg>
        <pc:spChg chg="mod">
          <ac:chgData name="Sreejith PM" userId="b3fb4f09-9ecc-48ed-a8cc-ede8e446e1db" providerId="ADAL" clId="{510C66DE-7F48-4F5F-A519-F7E75F643BB8}" dt="2025-03-07T16:51:07.476" v="4555" actId="1036"/>
          <ac:spMkLst>
            <pc:docMk/>
            <pc:sldMk cId="80129155" sldId="2147482414"/>
            <ac:spMk id="30" creationId="{29274614-C38A-4F19-83E6-02FFE35E72EB}"/>
          </ac:spMkLst>
        </pc:spChg>
        <pc:graphicFrameChg chg="add mod modGraphic">
          <ac:chgData name="Sreejith PM" userId="b3fb4f09-9ecc-48ed-a8cc-ede8e446e1db" providerId="ADAL" clId="{510C66DE-7F48-4F5F-A519-F7E75F643BB8}" dt="2025-03-07T06:49:22.102" v="2206" actId="1076"/>
          <ac:graphicFrameMkLst>
            <pc:docMk/>
            <pc:sldMk cId="80129155" sldId="2147482414"/>
            <ac:graphicFrameMk id="13" creationId="{86296070-D0C2-A3E4-272D-7947AF7F6721}"/>
          </ac:graphicFrameMkLst>
        </pc:graphicFrameChg>
      </pc:sldChg>
      <pc:sldChg chg="addSp delSp modSp new del mod">
        <pc:chgData name="Sreejith PM" userId="b3fb4f09-9ecc-48ed-a8cc-ede8e446e1db" providerId="ADAL" clId="{510C66DE-7F48-4F5F-A519-F7E75F643BB8}" dt="2025-03-06T10:58:33.450" v="873" actId="47"/>
        <pc:sldMkLst>
          <pc:docMk/>
          <pc:sldMk cId="129567688" sldId="2147482415"/>
        </pc:sldMkLst>
      </pc:sldChg>
      <pc:sldChg chg="addSp modSp mod">
        <pc:chgData name="Sreejith PM" userId="b3fb4f09-9ecc-48ed-a8cc-ede8e446e1db" providerId="ADAL" clId="{510C66DE-7F48-4F5F-A519-F7E75F643BB8}" dt="2025-03-07T12:47:37.209" v="3739" actId="13926"/>
        <pc:sldMkLst>
          <pc:docMk/>
          <pc:sldMk cId="1161870450" sldId="2147482417"/>
        </pc:sldMkLst>
        <pc:spChg chg="mod">
          <ac:chgData name="Sreejith PM" userId="b3fb4f09-9ecc-48ed-a8cc-ede8e446e1db" providerId="ADAL" clId="{510C66DE-7F48-4F5F-A519-F7E75F643BB8}" dt="2025-03-07T11:17:10.208" v="3029" actId="313"/>
          <ac:spMkLst>
            <pc:docMk/>
            <pc:sldMk cId="1161870450" sldId="2147482417"/>
            <ac:spMk id="2" creationId="{D5601349-BB2D-42D2-A2CD-25008E8CBBFC}"/>
          </ac:spMkLst>
        </pc:spChg>
        <pc:spChg chg="add mod">
          <ac:chgData name="Sreejith PM" userId="b3fb4f09-9ecc-48ed-a8cc-ede8e446e1db" providerId="ADAL" clId="{510C66DE-7F48-4F5F-A519-F7E75F643BB8}" dt="2025-03-07T12:47:37.209" v="3739" actId="13926"/>
          <ac:spMkLst>
            <pc:docMk/>
            <pc:sldMk cId="1161870450" sldId="2147482417"/>
            <ac:spMk id="3" creationId="{600DB42A-50C2-57BF-8CAA-C68D8E46AFEC}"/>
          </ac:spMkLst>
        </pc:spChg>
        <pc:graphicFrameChg chg="mod modGraphic">
          <ac:chgData name="Sreejith PM" userId="b3fb4f09-9ecc-48ed-a8cc-ede8e446e1db" providerId="ADAL" clId="{510C66DE-7F48-4F5F-A519-F7E75F643BB8}" dt="2025-03-07T11:48:38.940" v="3237" actId="20577"/>
          <ac:graphicFrameMkLst>
            <pc:docMk/>
            <pc:sldMk cId="1161870450" sldId="2147482417"/>
            <ac:graphicFrameMk id="401" creationId="{650F75E0-1C44-4722-AD4A-941F99E15175}"/>
          </ac:graphicFrameMkLst>
        </pc:graphicFrameChg>
      </pc:sldChg>
      <pc:sldChg chg="modSp mod">
        <pc:chgData name="Sreejith PM" userId="b3fb4f09-9ecc-48ed-a8cc-ede8e446e1db" providerId="ADAL" clId="{510C66DE-7F48-4F5F-A519-F7E75F643BB8}" dt="2025-03-07T07:16:11.308" v="2436" actId="20577"/>
        <pc:sldMkLst>
          <pc:docMk/>
          <pc:sldMk cId="2673435552" sldId="2147482417"/>
        </pc:sldMkLst>
      </pc:sldChg>
      <pc:sldChg chg="addSp modSp mod">
        <pc:chgData name="Sreejith PM" userId="b3fb4f09-9ecc-48ed-a8cc-ede8e446e1db" providerId="ADAL" clId="{510C66DE-7F48-4F5F-A519-F7E75F643BB8}" dt="2025-03-07T12:47:27.553" v="3737" actId="13926"/>
        <pc:sldMkLst>
          <pc:docMk/>
          <pc:sldMk cId="1216194789" sldId="2147482418"/>
        </pc:sldMkLst>
        <pc:spChg chg="mod">
          <ac:chgData name="Sreejith PM" userId="b3fb4f09-9ecc-48ed-a8cc-ede8e446e1db" providerId="ADAL" clId="{510C66DE-7F48-4F5F-A519-F7E75F643BB8}" dt="2025-03-07T11:17:16.178" v="3030"/>
          <ac:spMkLst>
            <pc:docMk/>
            <pc:sldMk cId="1216194789" sldId="2147482418"/>
            <ac:spMk id="2" creationId="{4BF5F6FE-2736-E211-7084-1081D4071332}"/>
          </ac:spMkLst>
        </pc:spChg>
        <pc:spChg chg="add mod">
          <ac:chgData name="Sreejith PM" userId="b3fb4f09-9ecc-48ed-a8cc-ede8e446e1db" providerId="ADAL" clId="{510C66DE-7F48-4F5F-A519-F7E75F643BB8}" dt="2025-03-07T12:47:27.553" v="3737" actId="13926"/>
          <ac:spMkLst>
            <pc:docMk/>
            <pc:sldMk cId="1216194789" sldId="2147482418"/>
            <ac:spMk id="28" creationId="{D9B2BF2C-DE0E-5B32-7902-823D658C9D8C}"/>
          </ac:spMkLst>
        </pc:spChg>
        <pc:graphicFrameChg chg="mod modGraphic">
          <ac:chgData name="Sreejith PM" userId="b3fb4f09-9ecc-48ed-a8cc-ede8e446e1db" providerId="ADAL" clId="{510C66DE-7F48-4F5F-A519-F7E75F643BB8}" dt="2025-03-07T11:48:58.137" v="3241" actId="20577"/>
          <ac:graphicFrameMkLst>
            <pc:docMk/>
            <pc:sldMk cId="1216194789" sldId="2147482418"/>
            <ac:graphicFrameMk id="401" creationId="{21B9751E-DF33-F825-890E-D8D9DFEA139C}"/>
          </ac:graphicFrameMkLst>
        </pc:graphicFrameChg>
      </pc:sldChg>
      <pc:sldChg chg="modSp mod">
        <pc:chgData name="Sreejith PM" userId="b3fb4f09-9ecc-48ed-a8cc-ede8e446e1db" providerId="ADAL" clId="{510C66DE-7F48-4F5F-A519-F7E75F643BB8}" dt="2025-03-07T07:16:15.800" v="2437" actId="20577"/>
        <pc:sldMkLst>
          <pc:docMk/>
          <pc:sldMk cId="2363605987" sldId="2147482418"/>
        </pc:sldMkLst>
      </pc:sldChg>
      <pc:sldChg chg="modSp mod">
        <pc:chgData name="Sreejith PM" userId="b3fb4f09-9ecc-48ed-a8cc-ede8e446e1db" providerId="ADAL" clId="{510C66DE-7F48-4F5F-A519-F7E75F643BB8}" dt="2025-03-07T07:19:14.909" v="2439" actId="20577"/>
        <pc:sldMkLst>
          <pc:docMk/>
          <pc:sldMk cId="51957424" sldId="2147482419"/>
        </pc:sldMkLst>
      </pc:sldChg>
      <pc:sldChg chg="addSp modSp mod">
        <pc:chgData name="Sreejith PM" userId="b3fb4f09-9ecc-48ed-a8cc-ede8e446e1db" providerId="ADAL" clId="{510C66DE-7F48-4F5F-A519-F7E75F643BB8}" dt="2025-03-07T12:47:21.886" v="3736" actId="13926"/>
        <pc:sldMkLst>
          <pc:docMk/>
          <pc:sldMk cId="1347631288" sldId="2147482419"/>
        </pc:sldMkLst>
        <pc:spChg chg="mod">
          <ac:chgData name="Sreejith PM" userId="b3fb4f09-9ecc-48ed-a8cc-ede8e446e1db" providerId="ADAL" clId="{510C66DE-7F48-4F5F-A519-F7E75F643BB8}" dt="2025-03-07T11:17:20.034" v="3031"/>
          <ac:spMkLst>
            <pc:docMk/>
            <pc:sldMk cId="1347631288" sldId="2147482419"/>
            <ac:spMk id="2" creationId="{81F10677-E7CD-5165-4BF6-E1C65CA55C93}"/>
          </ac:spMkLst>
        </pc:spChg>
        <pc:spChg chg="add mod">
          <ac:chgData name="Sreejith PM" userId="b3fb4f09-9ecc-48ed-a8cc-ede8e446e1db" providerId="ADAL" clId="{510C66DE-7F48-4F5F-A519-F7E75F643BB8}" dt="2025-03-07T12:47:21.886" v="3736" actId="13926"/>
          <ac:spMkLst>
            <pc:docMk/>
            <pc:sldMk cId="1347631288" sldId="2147482419"/>
            <ac:spMk id="3" creationId="{70630FD9-4D0F-9BE4-373C-33D4A698EF32}"/>
          </ac:spMkLst>
        </pc:spChg>
        <pc:graphicFrameChg chg="mod modGraphic">
          <ac:chgData name="Sreejith PM" userId="b3fb4f09-9ecc-48ed-a8cc-ede8e446e1db" providerId="ADAL" clId="{510C66DE-7F48-4F5F-A519-F7E75F643BB8}" dt="2025-03-07T11:49:36.636" v="3251" actId="20577"/>
          <ac:graphicFrameMkLst>
            <pc:docMk/>
            <pc:sldMk cId="1347631288" sldId="2147482419"/>
            <ac:graphicFrameMk id="401" creationId="{55209668-BCAC-82E6-22E8-222BB863CB9F}"/>
          </ac:graphicFrameMkLst>
        </pc:graphicFrameChg>
      </pc:sldChg>
      <pc:sldChg chg="modSp add mod">
        <pc:chgData name="Sreejith PM" userId="b3fb4f09-9ecc-48ed-a8cc-ede8e446e1db" providerId="ADAL" clId="{510C66DE-7F48-4F5F-A519-F7E75F643BB8}" dt="2025-03-06T09:47:37.512" v="737" actId="20577"/>
        <pc:sldMkLst>
          <pc:docMk/>
          <pc:sldMk cId="3678987908" sldId="2147482420"/>
        </pc:sldMkLst>
      </pc:sldChg>
      <pc:sldChg chg="delSp modSp mod">
        <pc:chgData name="Sreejith PM" userId="b3fb4f09-9ecc-48ed-a8cc-ede8e446e1db" providerId="ADAL" clId="{510C66DE-7F48-4F5F-A519-F7E75F643BB8}" dt="2025-03-07T11:22:41.032" v="3109" actId="478"/>
        <pc:sldMkLst>
          <pc:docMk/>
          <pc:sldMk cId="1443432593" sldId="2147482421"/>
        </pc:sldMkLst>
        <pc:spChg chg="mod">
          <ac:chgData name="Sreejith PM" userId="b3fb4f09-9ecc-48ed-a8cc-ede8e446e1db" providerId="ADAL" clId="{510C66DE-7F48-4F5F-A519-F7E75F643BB8}" dt="2025-03-07T07:09:43.727" v="2385" actId="20577"/>
          <ac:spMkLst>
            <pc:docMk/>
            <pc:sldMk cId="1443432593" sldId="2147482421"/>
            <ac:spMk id="4" creationId="{CEA7F4D3-8B5F-4C12-B991-70EE8FD0C6A6}"/>
          </ac:spMkLst>
        </pc:spChg>
        <pc:spChg chg="mod">
          <ac:chgData name="Sreejith PM" userId="b3fb4f09-9ecc-48ed-a8cc-ede8e446e1db" providerId="ADAL" clId="{510C66DE-7F48-4F5F-A519-F7E75F643BB8}" dt="2025-03-07T07:11:57.661" v="2401" actId="20577"/>
          <ac:spMkLst>
            <pc:docMk/>
            <pc:sldMk cId="1443432593" sldId="2147482421"/>
            <ac:spMk id="36" creationId="{F3271F7C-07F6-4B9B-A940-26A238C21D06}"/>
          </ac:spMkLst>
        </pc:spChg>
      </pc:sldChg>
      <pc:sldChg chg="addSp modSp mod">
        <pc:chgData name="Sreejith PM" userId="b3fb4f09-9ecc-48ed-a8cc-ede8e446e1db" providerId="ADAL" clId="{510C66DE-7F48-4F5F-A519-F7E75F643BB8}" dt="2025-03-07T12:42:21.892" v="3591" actId="1036"/>
        <pc:sldMkLst>
          <pc:docMk/>
          <pc:sldMk cId="753825194" sldId="2147482423"/>
        </pc:sldMkLst>
        <pc:spChg chg="add mod">
          <ac:chgData name="Sreejith PM" userId="b3fb4f09-9ecc-48ed-a8cc-ede8e446e1db" providerId="ADAL" clId="{510C66DE-7F48-4F5F-A519-F7E75F643BB8}" dt="2025-03-07T12:38:06.654" v="3512" actId="1076"/>
          <ac:spMkLst>
            <pc:docMk/>
            <pc:sldMk cId="753825194" sldId="2147482423"/>
            <ac:spMk id="8" creationId="{AD1E66D1-FC2E-0565-93E2-F7BBCC2FBBA2}"/>
          </ac:spMkLst>
        </pc:spChg>
        <pc:spChg chg="mod">
          <ac:chgData name="Sreejith PM" userId="b3fb4f09-9ecc-48ed-a8cc-ede8e446e1db" providerId="ADAL" clId="{510C66DE-7F48-4F5F-A519-F7E75F643BB8}" dt="2025-03-07T12:39:42.764" v="3538" actId="1036"/>
          <ac:spMkLst>
            <pc:docMk/>
            <pc:sldMk cId="753825194" sldId="2147482423"/>
            <ac:spMk id="14" creationId="{A8B3405A-0E05-47D7-B3D1-F97EE121F5FE}"/>
          </ac:spMkLst>
        </pc:spChg>
        <pc:spChg chg="mod">
          <ac:chgData name="Sreejith PM" userId="b3fb4f09-9ecc-48ed-a8cc-ede8e446e1db" providerId="ADAL" clId="{510C66DE-7F48-4F5F-A519-F7E75F643BB8}" dt="2025-03-07T12:42:21.892" v="3591" actId="1036"/>
          <ac:spMkLst>
            <pc:docMk/>
            <pc:sldMk cId="753825194" sldId="2147482423"/>
            <ac:spMk id="18" creationId="{7F51E3A4-BFA3-47EB-AEFE-2BCEA0A3AA8D}"/>
          </ac:spMkLst>
        </pc:spChg>
        <pc:spChg chg="mod">
          <ac:chgData name="Sreejith PM" userId="b3fb4f09-9ecc-48ed-a8cc-ede8e446e1db" providerId="ADAL" clId="{510C66DE-7F48-4F5F-A519-F7E75F643BB8}" dt="2025-03-07T11:57:09.830" v="3274" actId="14100"/>
          <ac:spMkLst>
            <pc:docMk/>
            <pc:sldMk cId="753825194" sldId="2147482423"/>
            <ac:spMk id="24" creationId="{F57DC7AB-16D4-4F1D-84CE-7A5CCA39E52F}"/>
          </ac:spMkLst>
        </pc:spChg>
        <pc:spChg chg="mod">
          <ac:chgData name="Sreejith PM" userId="b3fb4f09-9ecc-48ed-a8cc-ede8e446e1db" providerId="ADAL" clId="{510C66DE-7F48-4F5F-A519-F7E75F643BB8}" dt="2025-03-07T12:37:38.032" v="3508" actId="20577"/>
          <ac:spMkLst>
            <pc:docMk/>
            <pc:sldMk cId="753825194" sldId="2147482423"/>
            <ac:spMk id="28" creationId="{273BBA5D-CE73-460B-9B06-46ADB998F457}"/>
          </ac:spMkLst>
        </pc:spChg>
        <pc:graphicFrameChg chg="mod modGraphic">
          <ac:chgData name="Sreejith PM" userId="b3fb4f09-9ecc-48ed-a8cc-ede8e446e1db" providerId="ADAL" clId="{510C66DE-7F48-4F5F-A519-F7E75F643BB8}" dt="2025-03-07T12:33:31.748" v="3415"/>
          <ac:graphicFrameMkLst>
            <pc:docMk/>
            <pc:sldMk cId="753825194" sldId="2147482423"/>
            <ac:graphicFrameMk id="3" creationId="{92EC8F14-D457-4923-B418-11B07BC0AA38}"/>
          </ac:graphicFrameMkLst>
        </pc:graphicFrameChg>
        <pc:graphicFrameChg chg="mod modGraphic">
          <ac:chgData name="Sreejith PM" userId="b3fb4f09-9ecc-48ed-a8cc-ede8e446e1db" providerId="ADAL" clId="{510C66DE-7F48-4F5F-A519-F7E75F643BB8}" dt="2025-03-07T12:38:02.531" v="3511" actId="2161"/>
          <ac:graphicFrameMkLst>
            <pc:docMk/>
            <pc:sldMk cId="753825194" sldId="2147482423"/>
            <ac:graphicFrameMk id="27" creationId="{90258AA0-EF38-4D59-A950-8BE6D987FA72}"/>
          </ac:graphicFrameMkLst>
        </pc:graphicFrameChg>
      </pc:sldChg>
      <pc:sldChg chg="addSp delSp modSp add mod">
        <pc:chgData name="Sreejith PM" userId="b3fb4f09-9ecc-48ed-a8cc-ede8e446e1db" providerId="ADAL" clId="{510C66DE-7F48-4F5F-A519-F7E75F643BB8}" dt="2025-03-06T12:48:08.579" v="1074"/>
        <pc:sldMkLst>
          <pc:docMk/>
          <pc:sldMk cId="541659949" sldId="2147482424"/>
        </pc:sldMkLst>
      </pc:sldChg>
      <pc:sldChg chg="addSp delSp modSp new mod">
        <pc:chgData name="Sreejith PM" userId="b3fb4f09-9ecc-48ed-a8cc-ede8e446e1db" providerId="ADAL" clId="{510C66DE-7F48-4F5F-A519-F7E75F643BB8}" dt="2025-03-06T12:47:38.411" v="1072" actId="1076"/>
        <pc:sldMkLst>
          <pc:docMk/>
          <pc:sldMk cId="3004662174" sldId="2147482425"/>
        </pc:sldMkLst>
      </pc:sldChg>
      <pc:sldChg chg="addSp delSp modSp add mod">
        <pc:chgData name="Sreejith PM" userId="b3fb4f09-9ecc-48ed-a8cc-ede8e446e1db" providerId="ADAL" clId="{510C66DE-7F48-4F5F-A519-F7E75F643BB8}" dt="2025-03-06T12:49:00.791" v="1081"/>
        <pc:sldMkLst>
          <pc:docMk/>
          <pc:sldMk cId="3987667880" sldId="2147482426"/>
        </pc:sldMkLst>
      </pc:sldChg>
      <pc:sldChg chg="addSp modSp mod">
        <pc:chgData name="Sreejith PM" userId="b3fb4f09-9ecc-48ed-a8cc-ede8e446e1db" providerId="ADAL" clId="{510C66DE-7F48-4F5F-A519-F7E75F643BB8}" dt="2025-03-07T06:07:26.133" v="1994" actId="1076"/>
        <pc:sldMkLst>
          <pc:docMk/>
          <pc:sldMk cId="2174056810" sldId="2147482427"/>
        </pc:sldMkLst>
        <pc:spChg chg="add mod">
          <ac:chgData name="Sreejith PM" userId="b3fb4f09-9ecc-48ed-a8cc-ede8e446e1db" providerId="ADAL" clId="{510C66DE-7F48-4F5F-A519-F7E75F643BB8}" dt="2025-03-07T06:07:26.133" v="1994" actId="1076"/>
          <ac:spMkLst>
            <pc:docMk/>
            <pc:sldMk cId="2174056810" sldId="2147482427"/>
            <ac:spMk id="5" creationId="{ED7E1B98-5023-DFE3-DAE0-83A14BF6B4A4}"/>
          </ac:spMkLst>
        </pc:spChg>
        <pc:graphicFrameChg chg="mod modGraphic">
          <ac:chgData name="Sreejith PM" userId="b3fb4f09-9ecc-48ed-a8cc-ede8e446e1db" providerId="ADAL" clId="{510C66DE-7F48-4F5F-A519-F7E75F643BB8}" dt="2025-03-07T06:05:35.439" v="1956"/>
          <ac:graphicFrameMkLst>
            <pc:docMk/>
            <pc:sldMk cId="2174056810" sldId="2147482427"/>
            <ac:graphicFrameMk id="3" creationId="{94C449D8-CA67-4B80-B161-F7629A35CF41}"/>
          </ac:graphicFrameMkLst>
        </pc:graphicFrameChg>
      </pc:sldChg>
      <pc:sldChg chg="modSp mod ord">
        <pc:chgData name="Sreejith PM" userId="b3fb4f09-9ecc-48ed-a8cc-ede8e446e1db" providerId="ADAL" clId="{510C66DE-7F48-4F5F-A519-F7E75F643BB8}" dt="2025-03-07T09:29:23.575" v="2857" actId="20577"/>
        <pc:sldMkLst>
          <pc:docMk/>
          <pc:sldMk cId="2210600490" sldId="2147482428"/>
        </pc:sldMkLst>
      </pc:sldChg>
      <pc:sldChg chg="addSp delSp modSp add mod">
        <pc:chgData name="Sreejith PM" userId="b3fb4f09-9ecc-48ed-a8cc-ede8e446e1db" providerId="ADAL" clId="{510C66DE-7F48-4F5F-A519-F7E75F643BB8}" dt="2025-03-07T07:29:29.018" v="2625" actId="1076"/>
        <pc:sldMkLst>
          <pc:docMk/>
          <pc:sldMk cId="2489950807" sldId="2147482429"/>
        </pc:sldMkLst>
      </pc:sldChg>
      <pc:sldChg chg="modSp mod">
        <pc:chgData name="Sreejith PM" userId="b3fb4f09-9ecc-48ed-a8cc-ede8e446e1db" providerId="ADAL" clId="{510C66DE-7F48-4F5F-A519-F7E75F643BB8}" dt="2025-03-07T12:02:25.914" v="3346" actId="1036"/>
        <pc:sldMkLst>
          <pc:docMk/>
          <pc:sldMk cId="2263687771" sldId="2147482430"/>
        </pc:sldMkLst>
      </pc:sldChg>
      <pc:sldChg chg="addSp delSp modSp new mod">
        <pc:chgData name="Sreejith PM" userId="b3fb4f09-9ecc-48ed-a8cc-ede8e446e1db" providerId="ADAL" clId="{510C66DE-7F48-4F5F-A519-F7E75F643BB8}" dt="2025-03-07T11:43:44.325" v="3233" actId="478"/>
        <pc:sldMkLst>
          <pc:docMk/>
          <pc:sldMk cId="1211996572" sldId="2147482431"/>
        </pc:sldMkLst>
        <pc:spChg chg="add mod">
          <ac:chgData name="Sreejith PM" userId="b3fb4f09-9ecc-48ed-a8cc-ede8e446e1db" providerId="ADAL" clId="{510C66DE-7F48-4F5F-A519-F7E75F643BB8}" dt="2025-03-07T09:43:21.404" v="2867" actId="1036"/>
          <ac:spMkLst>
            <pc:docMk/>
            <pc:sldMk cId="1211996572" sldId="2147482431"/>
            <ac:spMk id="5" creationId="{F705EFE9-9688-4BF6-9038-F1DAFCE7DECA}"/>
          </ac:spMkLst>
        </pc:spChg>
        <pc:graphicFrameChg chg="add mod modGraphic">
          <ac:chgData name="Sreejith PM" userId="b3fb4f09-9ecc-48ed-a8cc-ede8e446e1db" providerId="ADAL" clId="{510C66DE-7F48-4F5F-A519-F7E75F643BB8}" dt="2025-03-07T11:43:36.456" v="3232" actId="20577"/>
          <ac:graphicFrameMkLst>
            <pc:docMk/>
            <pc:sldMk cId="1211996572" sldId="2147482431"/>
            <ac:graphicFrameMk id="4" creationId="{C9E9CEB6-0D56-9510-E85D-3F716FF6AFDA}"/>
          </ac:graphicFrameMkLst>
        </pc:graphicFrameChg>
      </pc:sldChg>
      <pc:sldChg chg="add del">
        <pc:chgData name="Sreejith PM" userId="b3fb4f09-9ecc-48ed-a8cc-ede8e446e1db" providerId="ADAL" clId="{510C66DE-7F48-4F5F-A519-F7E75F643BB8}" dt="2025-03-07T09:14:59.555" v="2846" actId="47"/>
        <pc:sldMkLst>
          <pc:docMk/>
          <pc:sldMk cId="2435223343" sldId="2147482431"/>
        </pc:sldMkLst>
      </pc:sldChg>
      <pc:sldChg chg="addSp delSp modSp mod">
        <pc:chgData name="Sreejith PM" userId="b3fb4f09-9ecc-48ed-a8cc-ede8e446e1db" providerId="ADAL" clId="{510C66DE-7F48-4F5F-A519-F7E75F643BB8}" dt="2025-03-07T13:51:28.726" v="4508" actId="478"/>
        <pc:sldMkLst>
          <pc:docMk/>
          <pc:sldMk cId="2070510055" sldId="2147482432"/>
        </pc:sldMkLst>
        <pc:spChg chg="mod">
          <ac:chgData name="Sreejith PM" userId="b3fb4f09-9ecc-48ed-a8cc-ede8e446e1db" providerId="ADAL" clId="{510C66DE-7F48-4F5F-A519-F7E75F643BB8}" dt="2025-03-07T13:21:43.150" v="4045" actId="20577"/>
          <ac:spMkLst>
            <pc:docMk/>
            <pc:sldMk cId="2070510055" sldId="2147482432"/>
            <ac:spMk id="2" creationId="{1E5C3CBD-6088-8ED8-7E66-33F91FA14F61}"/>
          </ac:spMkLst>
        </pc:spChg>
        <pc:spChg chg="add mod">
          <ac:chgData name="Sreejith PM" userId="b3fb4f09-9ecc-48ed-a8cc-ede8e446e1db" providerId="ADAL" clId="{510C66DE-7F48-4F5F-A519-F7E75F643BB8}" dt="2025-03-07T13:42:09.865" v="4215" actId="14100"/>
          <ac:spMkLst>
            <pc:docMk/>
            <pc:sldMk cId="2070510055" sldId="2147482432"/>
            <ac:spMk id="36" creationId="{45FC8542-A27E-0169-F0EB-D6A72B186823}"/>
          </ac:spMkLst>
        </pc:spChg>
      </pc:sldChg>
      <pc:sldChg chg="addSp delSp modSp add mod">
        <pc:chgData name="Sreejith PM" userId="b3fb4f09-9ecc-48ed-a8cc-ede8e446e1db" providerId="ADAL" clId="{510C66DE-7F48-4F5F-A519-F7E75F643BB8}" dt="2025-03-07T13:34:10.582" v="4090" actId="1038"/>
        <pc:sldMkLst>
          <pc:docMk/>
          <pc:sldMk cId="3574356612" sldId="2147482433"/>
        </pc:sldMkLst>
        <pc:spChg chg="mod">
          <ac:chgData name="Sreejith PM" userId="b3fb4f09-9ecc-48ed-a8cc-ede8e446e1db" providerId="ADAL" clId="{510C66DE-7F48-4F5F-A519-F7E75F643BB8}" dt="2025-03-07T13:09:12.270" v="3995" actId="313"/>
          <ac:spMkLst>
            <pc:docMk/>
            <pc:sldMk cId="3574356612" sldId="2147482433"/>
            <ac:spMk id="2" creationId="{F5EEC88F-45A0-9B3F-4E72-7AFC92946782}"/>
          </ac:spMkLst>
        </pc:spChg>
        <pc:graphicFrameChg chg="mod modGraphic">
          <ac:chgData name="Sreejith PM" userId="b3fb4f09-9ecc-48ed-a8cc-ede8e446e1db" providerId="ADAL" clId="{510C66DE-7F48-4F5F-A519-F7E75F643BB8}" dt="2025-03-07T13:12:56.126" v="4026" actId="1076"/>
          <ac:graphicFrameMkLst>
            <pc:docMk/>
            <pc:sldMk cId="3574356612" sldId="2147482433"/>
            <ac:graphicFrameMk id="5" creationId="{659FF1FB-09B2-3901-7EBE-65CF1B4C6908}"/>
          </ac:graphicFrameMkLst>
        </pc:graphicFrameChg>
      </pc:sldChg>
    </pc:docChg>
  </pc:docChgLst>
  <pc:docChgLst>
    <pc:chgData name="Rofiul Hasan" userId="S::rofiul.hasan@timesgroup.com::fbfc0b8b-6514-42de-bf3d-613d9762cbd0" providerId="AD" clId="Web-{9333FF2F-6ABD-2415-B7A9-BACB4D3703C5}"/>
    <pc:docChg chg="modSld">
      <pc:chgData name="Rofiul Hasan" userId="S::rofiul.hasan@timesgroup.com::fbfc0b8b-6514-42de-bf3d-613d9762cbd0" providerId="AD" clId="Web-{9333FF2F-6ABD-2415-B7A9-BACB4D3703C5}" dt="2025-03-07T12:48:04.632" v="33"/>
      <pc:docMkLst>
        <pc:docMk/>
      </pc:docMkLst>
      <pc:sldChg chg="modSp">
        <pc:chgData name="Rofiul Hasan" userId="S::rofiul.hasan@timesgroup.com::fbfc0b8b-6514-42de-bf3d-613d9762cbd0" providerId="AD" clId="Web-{9333FF2F-6ABD-2415-B7A9-BACB4D3703C5}" dt="2025-03-07T12:48:04.632" v="33"/>
        <pc:sldMkLst>
          <pc:docMk/>
          <pc:sldMk cId="1307406285" sldId="2147482398"/>
        </pc:sldMkLst>
      </pc:sldChg>
    </pc:docChg>
  </pc:docChgLst>
  <pc:docChgLst>
    <pc:chgData name="Sreejith PM" userId="S::sreejith.pm@timesgroup.com::b3fb4f09-9ecc-48ed-a8cc-ede8e446e1db" providerId="AD" clId="Web-{EF74B1FC-F292-7D79-8F97-A694908E0573}"/>
    <pc:docChg chg="modSld">
      <pc:chgData name="Sreejith PM" userId="S::sreejith.pm@timesgroup.com::b3fb4f09-9ecc-48ed-a8cc-ede8e446e1db" providerId="AD" clId="Web-{EF74B1FC-F292-7D79-8F97-A694908E0573}" dt="2025-01-31T09:34:14.695" v="156"/>
      <pc:docMkLst>
        <pc:docMk/>
      </pc:docMkLst>
      <pc:sldChg chg="modSp">
        <pc:chgData name="Sreejith PM" userId="S::sreejith.pm@timesgroup.com::b3fb4f09-9ecc-48ed-a8cc-ede8e446e1db" providerId="AD" clId="Web-{EF74B1FC-F292-7D79-8F97-A694908E0573}" dt="2025-01-31T09:34:14.695" v="156"/>
        <pc:sldMkLst>
          <pc:docMk/>
          <pc:sldMk cId="1656350170" sldId="2147482346"/>
        </pc:sldMkLst>
      </pc:sldChg>
    </pc:docChg>
  </pc:docChgLst>
  <pc:docChgLst>
    <pc:chgData name="Rofiul Hasan" userId="S::rofiul.hasan@timesgroup.com::fbfc0b8b-6514-42de-bf3d-613d9762cbd0" providerId="AD" clId="Web-{226ADABB-762E-C0DF-6BCC-3613AF0378E3}"/>
    <pc:docChg chg="modSld">
      <pc:chgData name="Rofiul Hasan" userId="S::rofiul.hasan@timesgroup.com::fbfc0b8b-6514-42de-bf3d-613d9762cbd0" providerId="AD" clId="Web-{226ADABB-762E-C0DF-6BCC-3613AF0378E3}" dt="2025-03-06T05:37:48.221" v="31"/>
      <pc:docMkLst>
        <pc:docMk/>
      </pc:docMkLst>
      <pc:sldChg chg="modSp">
        <pc:chgData name="Rofiul Hasan" userId="S::rofiul.hasan@timesgroup.com::fbfc0b8b-6514-42de-bf3d-613d9762cbd0" providerId="AD" clId="Web-{226ADABB-762E-C0DF-6BCC-3613AF0378E3}" dt="2025-03-06T05:37:48.221" v="31"/>
        <pc:sldMkLst>
          <pc:docMk/>
          <pc:sldMk cId="624269893" sldId="2147482360"/>
        </pc:sldMkLst>
      </pc:sldChg>
    </pc:docChg>
  </pc:docChgLst>
  <pc:docChgLst>
    <pc:chgData name="Rofiul Hasan" userId="S::rofiul.hasan@timesgroup.com::fbfc0b8b-6514-42de-bf3d-613d9762cbd0" providerId="AD" clId="Web-{3A05C000-0EA7-266B-FF1B-7DC46D2ADFF2}"/>
    <pc:docChg chg="delSld modSld modSection">
      <pc:chgData name="Rofiul Hasan" userId="S::rofiul.hasan@timesgroup.com::fbfc0b8b-6514-42de-bf3d-613d9762cbd0" providerId="AD" clId="Web-{3A05C000-0EA7-266B-FF1B-7DC46D2ADFF2}" dt="2024-11-11T11:01:28.209" v="19" actId="20577"/>
      <pc:docMkLst>
        <pc:docMk/>
      </pc:docMkLst>
      <pc:sldChg chg="modSp">
        <pc:chgData name="Rofiul Hasan" userId="S::rofiul.hasan@timesgroup.com::fbfc0b8b-6514-42de-bf3d-613d9762cbd0" providerId="AD" clId="Web-{3A05C000-0EA7-266B-FF1B-7DC46D2ADFF2}" dt="2024-11-11T11:01:28.209" v="19" actId="20577"/>
        <pc:sldMkLst>
          <pc:docMk/>
          <pc:sldMk cId="1475570677" sldId="4408"/>
        </pc:sldMkLst>
      </pc:sldChg>
      <pc:sldChg chg="modSp">
        <pc:chgData name="Rofiul Hasan" userId="S::rofiul.hasan@timesgroup.com::fbfc0b8b-6514-42de-bf3d-613d9762cbd0" providerId="AD" clId="Web-{3A05C000-0EA7-266B-FF1B-7DC46D2ADFF2}" dt="2024-11-11T09:15:34.591" v="4" actId="20577"/>
        <pc:sldMkLst>
          <pc:docMk/>
          <pc:sldMk cId="555233315" sldId="4563"/>
        </pc:sldMkLst>
      </pc:sldChg>
      <pc:sldChg chg="del">
        <pc:chgData name="Rofiul Hasan" userId="S::rofiul.hasan@timesgroup.com::fbfc0b8b-6514-42de-bf3d-613d9762cbd0" providerId="AD" clId="Web-{3A05C000-0EA7-266B-FF1B-7DC46D2ADFF2}" dt="2024-11-11T09:16:00.169" v="5"/>
        <pc:sldMkLst>
          <pc:docMk/>
          <pc:sldMk cId="1719043419" sldId="4963"/>
        </pc:sldMkLst>
      </pc:sldChg>
      <pc:sldChg chg="addSp delSp modSp">
        <pc:chgData name="Rofiul Hasan" userId="S::rofiul.hasan@timesgroup.com::fbfc0b8b-6514-42de-bf3d-613d9762cbd0" providerId="AD" clId="Web-{3A05C000-0EA7-266B-FF1B-7DC46D2ADFF2}" dt="2024-11-11T11:00:27.709" v="16" actId="1076"/>
        <pc:sldMkLst>
          <pc:docMk/>
          <pc:sldMk cId="2245049227" sldId="2147470885"/>
        </pc:sldMkLst>
      </pc:sldChg>
    </pc:docChg>
  </pc:docChgLst>
  <pc:docChgLst>
    <pc:chgData name="Rofiul Hasan" userId="S::rofiul.hasan@timesgroup.com::fbfc0b8b-6514-42de-bf3d-613d9762cbd0" providerId="AD" clId="Web-{E275D8EB-E28D-D4C4-FA2B-86E99A75E377}"/>
    <pc:docChg chg="modSld">
      <pc:chgData name="Rofiul Hasan" userId="S::rofiul.hasan@timesgroup.com::fbfc0b8b-6514-42de-bf3d-613d9762cbd0" providerId="AD" clId="Web-{E275D8EB-E28D-D4C4-FA2B-86E99A75E377}" dt="2025-02-03T12:49:17.739" v="632"/>
      <pc:docMkLst>
        <pc:docMk/>
      </pc:docMkLst>
      <pc:sldChg chg="modSp">
        <pc:chgData name="Rofiul Hasan" userId="S::rofiul.hasan@timesgroup.com::fbfc0b8b-6514-42de-bf3d-613d9762cbd0" providerId="AD" clId="Web-{E275D8EB-E28D-D4C4-FA2B-86E99A75E377}" dt="2025-02-03T10:22:02.939" v="337" actId="20577"/>
        <pc:sldMkLst>
          <pc:docMk/>
          <pc:sldMk cId="3671376948" sldId="4725"/>
        </pc:sldMkLst>
      </pc:sldChg>
      <pc:sldChg chg="modSp">
        <pc:chgData name="Rofiul Hasan" userId="S::rofiul.hasan@timesgroup.com::fbfc0b8b-6514-42de-bf3d-613d9762cbd0" providerId="AD" clId="Web-{E275D8EB-E28D-D4C4-FA2B-86E99A75E377}" dt="2025-02-03T12:44:21.236" v="610" actId="20577"/>
        <pc:sldMkLst>
          <pc:docMk/>
          <pc:sldMk cId="29744652" sldId="2147471093"/>
        </pc:sldMkLst>
        <pc:spChg chg="mod">
          <ac:chgData name="Rofiul Hasan" userId="S::rofiul.hasan@timesgroup.com::fbfc0b8b-6514-42de-bf3d-613d9762cbd0" providerId="AD" clId="Web-{E275D8EB-E28D-D4C4-FA2B-86E99A75E377}" dt="2025-02-03T12:44:21.236" v="610" actId="20577"/>
          <ac:spMkLst>
            <pc:docMk/>
            <pc:sldMk cId="29744652" sldId="2147471093"/>
            <ac:spMk id="5" creationId="{540CE672-9FE0-4AA6-C301-9AD5657ADD0D}"/>
          </ac:spMkLst>
        </pc:spChg>
      </pc:sldChg>
      <pc:sldChg chg="modSp">
        <pc:chgData name="Rofiul Hasan" userId="S::rofiul.hasan@timesgroup.com::fbfc0b8b-6514-42de-bf3d-613d9762cbd0" providerId="AD" clId="Web-{E275D8EB-E28D-D4C4-FA2B-86E99A75E377}" dt="2025-02-03T12:49:17.739" v="632"/>
        <pc:sldMkLst>
          <pc:docMk/>
          <pc:sldMk cId="1656350170" sldId="2147482346"/>
        </pc:sldMkLst>
      </pc:sldChg>
      <pc:sldChg chg="delSp modSp">
        <pc:chgData name="Rofiul Hasan" userId="S::rofiul.hasan@timesgroup.com::fbfc0b8b-6514-42de-bf3d-613d9762cbd0" providerId="AD" clId="Web-{E275D8EB-E28D-D4C4-FA2B-86E99A75E377}" dt="2025-02-03T12:37:27.622" v="544"/>
        <pc:sldMkLst>
          <pc:docMk/>
          <pc:sldMk cId="343334689" sldId="2147482351"/>
        </pc:sldMkLst>
        <pc:graphicFrameChg chg="mod modGraphic">
          <ac:chgData name="Rofiul Hasan" userId="S::rofiul.hasan@timesgroup.com::fbfc0b8b-6514-42de-bf3d-613d9762cbd0" providerId="AD" clId="Web-{E275D8EB-E28D-D4C4-FA2B-86E99A75E377}" dt="2025-02-03T12:37:27.622" v="544"/>
          <ac:graphicFrameMkLst>
            <pc:docMk/>
            <pc:sldMk cId="343334689" sldId="2147482351"/>
            <ac:graphicFrameMk id="9" creationId="{52D6CC8F-720E-342D-DF19-2EFA6011B023}"/>
          </ac:graphicFrameMkLst>
        </pc:graphicFrameChg>
      </pc:sldChg>
      <pc:sldChg chg="addSp delSp modSp">
        <pc:chgData name="Rofiul Hasan" userId="S::rofiul.hasan@timesgroup.com::fbfc0b8b-6514-42de-bf3d-613d9762cbd0" providerId="AD" clId="Web-{E275D8EB-E28D-D4C4-FA2B-86E99A75E377}" dt="2025-02-03T07:55:25.003" v="213"/>
        <pc:sldMkLst>
          <pc:docMk/>
          <pc:sldMk cId="3481101215" sldId="2147482365"/>
        </pc:sldMkLst>
      </pc:sldChg>
      <pc:sldChg chg="modSp">
        <pc:chgData name="Rofiul Hasan" userId="S::rofiul.hasan@timesgroup.com::fbfc0b8b-6514-42de-bf3d-613d9762cbd0" providerId="AD" clId="Web-{E275D8EB-E28D-D4C4-FA2B-86E99A75E377}" dt="2025-02-03T12:42:19.735" v="561" actId="20577"/>
        <pc:sldMkLst>
          <pc:docMk/>
          <pc:sldMk cId="800990277" sldId="2147482366"/>
        </pc:sldMkLst>
      </pc:sldChg>
    </pc:docChg>
  </pc:docChgLst>
  <pc:docChgLst>
    <pc:chgData name="Linson V V" userId="075c4cc9-6382-4686-add6-593eb1d48ee5" providerId="ADAL" clId="{5F744F63-9979-465E-90D6-A3A04D40AFF6}"/>
    <pc:docChg chg="undo custSel addSld delSld modSld sldOrd modMainMaster addSection delSection modSection">
      <pc:chgData name="Linson V V" userId="075c4cc9-6382-4686-add6-593eb1d48ee5" providerId="ADAL" clId="{5F744F63-9979-465E-90D6-A3A04D40AFF6}" dt="2025-03-08T04:49:41.085" v="11011" actId="20577"/>
      <pc:docMkLst>
        <pc:docMk/>
      </pc:docMkLst>
      <pc:sldChg chg="addSp delSp modSp add del mod modClrScheme modShow chgLayout">
        <pc:chgData name="Linson V V" userId="075c4cc9-6382-4686-add6-593eb1d48ee5" providerId="ADAL" clId="{5F744F63-9979-465E-90D6-A3A04D40AFF6}" dt="2025-03-07T16:52:52.508" v="11008" actId="700"/>
        <pc:sldMkLst>
          <pc:docMk/>
          <pc:sldMk cId="16294982" sldId="257"/>
        </pc:sldMkLst>
        <pc:spChg chg="mod">
          <ac:chgData name="Linson V V" userId="075c4cc9-6382-4686-add6-593eb1d48ee5" providerId="ADAL" clId="{5F744F63-9979-465E-90D6-A3A04D40AFF6}" dt="2025-03-06T09:45:52.372" v="5418" actId="1076"/>
          <ac:spMkLst>
            <pc:docMk/>
            <pc:sldMk cId="16294982" sldId="257"/>
            <ac:spMk id="23" creationId="{74E3B186-2DA0-4A23-AA4C-2651320E21F9}"/>
          </ac:spMkLst>
        </pc:spChg>
        <pc:spChg chg="mod">
          <ac:chgData name="Linson V V" userId="075c4cc9-6382-4686-add6-593eb1d48ee5" providerId="ADAL" clId="{5F744F63-9979-465E-90D6-A3A04D40AFF6}" dt="2025-03-06T09:45:52.372" v="5418" actId="1076"/>
          <ac:spMkLst>
            <pc:docMk/>
            <pc:sldMk cId="16294982" sldId="257"/>
            <ac:spMk id="24" creationId="{8CB6DFF3-6CC3-42EE-9F6A-E785C9947AE9}"/>
          </ac:spMkLst>
        </pc:spChg>
        <pc:spChg chg="mod">
          <ac:chgData name="Linson V V" userId="075c4cc9-6382-4686-add6-593eb1d48ee5" providerId="ADAL" clId="{5F744F63-9979-465E-90D6-A3A04D40AFF6}" dt="2025-03-06T09:46:17.725" v="5421" actId="20577"/>
          <ac:spMkLst>
            <pc:docMk/>
            <pc:sldMk cId="16294982" sldId="257"/>
            <ac:spMk id="25" creationId="{B48BEFD5-18B5-4994-8E32-5828D69722A6}"/>
          </ac:spMkLst>
        </pc:spChg>
        <pc:picChg chg="add mod modCrop">
          <ac:chgData name="Linson V V" userId="075c4cc9-6382-4686-add6-593eb1d48ee5" providerId="ADAL" clId="{5F744F63-9979-465E-90D6-A3A04D40AFF6}" dt="2025-03-06T09:45:41.124" v="5417" actId="732"/>
          <ac:picMkLst>
            <pc:docMk/>
            <pc:sldMk cId="16294982" sldId="257"/>
            <ac:picMk id="9" creationId="{3A646CE9-9112-4D0F-B4C7-858DAA047959}"/>
          </ac:picMkLst>
        </pc:picChg>
        <pc:picChg chg="add mod">
          <ac:chgData name="Linson V V" userId="075c4cc9-6382-4686-add6-593eb1d48ee5" providerId="ADAL" clId="{5F744F63-9979-465E-90D6-A3A04D40AFF6}" dt="2025-03-06T09:44:43.507" v="5415" actId="555"/>
          <ac:picMkLst>
            <pc:docMk/>
            <pc:sldMk cId="16294982" sldId="257"/>
            <ac:picMk id="22" creationId="{52671E27-28EF-42F0-8B2D-11FC71F18C52}"/>
          </ac:picMkLst>
        </pc:picChg>
        <pc:picChg chg="add mod">
          <ac:chgData name="Linson V V" userId="075c4cc9-6382-4686-add6-593eb1d48ee5" providerId="ADAL" clId="{5F744F63-9979-465E-90D6-A3A04D40AFF6}" dt="2025-03-06T09:44:38.820" v="5414" actId="554"/>
          <ac:picMkLst>
            <pc:docMk/>
            <pc:sldMk cId="16294982" sldId="257"/>
            <ac:picMk id="27" creationId="{A38B0D36-B49D-4294-8E30-AE1649407A16}"/>
          </ac:picMkLst>
        </pc:picChg>
        <pc:picChg chg="add mod">
          <ac:chgData name="Linson V V" userId="075c4cc9-6382-4686-add6-593eb1d48ee5" providerId="ADAL" clId="{5F744F63-9979-465E-90D6-A3A04D40AFF6}" dt="2025-03-06T09:55:53.608" v="5482" actId="1076"/>
          <ac:picMkLst>
            <pc:docMk/>
            <pc:sldMk cId="16294982" sldId="257"/>
            <ac:picMk id="30" creationId="{F036D677-2399-44AA-993E-03FBCA47D04B}"/>
          </ac:picMkLst>
        </pc:picChg>
      </pc:sldChg>
      <pc:sldChg chg="add del setBg modNotesTx">
        <pc:chgData name="Linson V V" userId="075c4cc9-6382-4686-add6-593eb1d48ee5" providerId="ADAL" clId="{5F744F63-9979-465E-90D6-A3A04D40AFF6}" dt="2025-03-06T05:21:23.656" v="3050" actId="2696"/>
        <pc:sldMkLst>
          <pc:docMk/>
          <pc:sldMk cId="4167143103" sldId="257"/>
        </pc:sldMkLst>
      </pc:sldChg>
      <pc:sldChg chg="addSp delSp modSp del mod ord">
        <pc:chgData name="Linson V V" userId="075c4cc9-6382-4686-add6-593eb1d48ee5" providerId="ADAL" clId="{5F744F63-9979-465E-90D6-A3A04D40AFF6}" dt="2025-03-07T16:21:32.029" v="10899" actId="47"/>
        <pc:sldMkLst>
          <pc:docMk/>
          <pc:sldMk cId="862393434" sldId="4111"/>
        </pc:sldMkLst>
      </pc:sldChg>
      <pc:sldChg chg="addSp delSp modSp mod">
        <pc:chgData name="Linson V V" userId="075c4cc9-6382-4686-add6-593eb1d48ee5" providerId="ADAL" clId="{5F744F63-9979-465E-90D6-A3A04D40AFF6}" dt="2025-03-05T11:13:02.599" v="2635" actId="20577"/>
        <pc:sldMkLst>
          <pc:docMk/>
          <pc:sldMk cId="1475570677" sldId="4408"/>
        </pc:sldMkLst>
        <pc:spChg chg="mod">
          <ac:chgData name="Linson V V" userId="075c4cc9-6382-4686-add6-593eb1d48ee5" providerId="ADAL" clId="{5F744F63-9979-465E-90D6-A3A04D40AFF6}" dt="2025-03-05T11:13:02.599" v="2635" actId="20577"/>
          <ac:spMkLst>
            <pc:docMk/>
            <pc:sldMk cId="1475570677" sldId="4408"/>
            <ac:spMk id="6" creationId="{B0D267B5-50EF-4847-B663-61DE78DF9792}"/>
          </ac:spMkLst>
        </pc:spChg>
      </pc:sldChg>
      <pc:sldChg chg="modSp add mod modShow chgLayout">
        <pc:chgData name="Linson V V" userId="075c4cc9-6382-4686-add6-593eb1d48ee5" providerId="ADAL" clId="{5F744F63-9979-465E-90D6-A3A04D40AFF6}" dt="2025-03-07T16:33:50.166" v="10967" actId="729"/>
        <pc:sldMkLst>
          <pc:docMk/>
          <pc:sldMk cId="176398265" sldId="4725"/>
        </pc:sldMkLst>
        <pc:spChg chg="mod ord">
          <ac:chgData name="Linson V V" userId="075c4cc9-6382-4686-add6-593eb1d48ee5" providerId="ADAL" clId="{5F744F63-9979-465E-90D6-A3A04D40AFF6}" dt="2025-03-07T16:33:42.540" v="10966" actId="700"/>
          <ac:spMkLst>
            <pc:docMk/>
            <pc:sldMk cId="176398265" sldId="4725"/>
            <ac:spMk id="2" creationId="{37A73958-6935-4337-89DA-B1D5C54F448B}"/>
          </ac:spMkLst>
        </pc:spChg>
        <pc:spChg chg="mod">
          <ac:chgData name="Linson V V" userId="075c4cc9-6382-4686-add6-593eb1d48ee5" providerId="ADAL" clId="{5F744F63-9979-465E-90D6-A3A04D40AFF6}" dt="2025-03-07T11:25:29.298" v="10418" actId="1076"/>
          <ac:spMkLst>
            <pc:docMk/>
            <pc:sldMk cId="176398265" sldId="4725"/>
            <ac:spMk id="7" creationId="{6482209A-17D6-4483-9520-B2DFAF3FDDB7}"/>
          </ac:spMkLst>
        </pc:spChg>
        <pc:spChg chg="mod">
          <ac:chgData name="Linson V V" userId="075c4cc9-6382-4686-add6-593eb1d48ee5" providerId="ADAL" clId="{5F744F63-9979-465E-90D6-A3A04D40AFF6}" dt="2025-03-07T11:25:31.979" v="10419" actId="14100"/>
          <ac:spMkLst>
            <pc:docMk/>
            <pc:sldMk cId="176398265" sldId="4725"/>
            <ac:spMk id="8" creationId="{91D1ADAE-2F9A-44A5-8B4E-F56A51122538}"/>
          </ac:spMkLst>
        </pc:spChg>
        <pc:picChg chg="mod">
          <ac:chgData name="Linson V V" userId="075c4cc9-6382-4686-add6-593eb1d48ee5" providerId="ADAL" clId="{5F744F63-9979-465E-90D6-A3A04D40AFF6}" dt="2025-03-07T07:51:47.011" v="8619" actId="1076"/>
          <ac:picMkLst>
            <pc:docMk/>
            <pc:sldMk cId="176398265" sldId="4725"/>
            <ac:picMk id="5" creationId="{9E3FB5D7-42F3-49A6-9A11-24D77945E91A}"/>
          </ac:picMkLst>
        </pc:picChg>
      </pc:sldChg>
      <pc:sldChg chg="addSp delSp modSp del mod">
        <pc:chgData name="Linson V V" userId="075c4cc9-6382-4686-add6-593eb1d48ee5" providerId="ADAL" clId="{5F744F63-9979-465E-90D6-A3A04D40AFF6}" dt="2025-03-06T05:21:23.656" v="3050" actId="2696"/>
        <pc:sldMkLst>
          <pc:docMk/>
          <pc:sldMk cId="3671376948" sldId="4725"/>
        </pc:sldMkLst>
      </pc:sldChg>
      <pc:sldChg chg="modSp mod">
        <pc:chgData name="Linson V V" userId="075c4cc9-6382-4686-add6-593eb1d48ee5" providerId="ADAL" clId="{5F744F63-9979-465E-90D6-A3A04D40AFF6}" dt="2025-03-06T08:28:58.101" v="5279" actId="1076"/>
        <pc:sldMkLst>
          <pc:docMk/>
          <pc:sldMk cId="2981510945" sldId="4728"/>
        </pc:sldMkLst>
      </pc:sldChg>
      <pc:sldChg chg="modSp del mod modShow">
        <pc:chgData name="Linson V V" userId="075c4cc9-6382-4686-add6-593eb1d48ee5" providerId="ADAL" clId="{5F744F63-9979-465E-90D6-A3A04D40AFF6}" dt="2025-03-07T07:03:14.592" v="8508" actId="47"/>
        <pc:sldMkLst>
          <pc:docMk/>
          <pc:sldMk cId="3313685249" sldId="4734"/>
        </pc:sldMkLst>
      </pc:sldChg>
      <pc:sldChg chg="addSp delSp modSp mod ord modShow">
        <pc:chgData name="Linson V V" userId="075c4cc9-6382-4686-add6-593eb1d48ee5" providerId="ADAL" clId="{5F744F63-9979-465E-90D6-A3A04D40AFF6}" dt="2025-03-07T09:48:18.287" v="9704" actId="729"/>
        <pc:sldMkLst>
          <pc:docMk/>
          <pc:sldMk cId="2301755188" sldId="4735"/>
        </pc:sldMkLst>
        <pc:spChg chg="mod">
          <ac:chgData name="Linson V V" userId="075c4cc9-6382-4686-add6-593eb1d48ee5" providerId="ADAL" clId="{5F744F63-9979-465E-90D6-A3A04D40AFF6}" dt="2025-03-07T04:15:55.475" v="7137" actId="20577"/>
          <ac:spMkLst>
            <pc:docMk/>
            <pc:sldMk cId="2301755188" sldId="4735"/>
            <ac:spMk id="6" creationId="{5118F9C1-B069-8CFF-EEF1-ACB19FB0355F}"/>
          </ac:spMkLst>
        </pc:spChg>
        <pc:spChg chg="mod">
          <ac:chgData name="Linson V V" userId="075c4cc9-6382-4686-add6-593eb1d48ee5" providerId="ADAL" clId="{5F744F63-9979-465E-90D6-A3A04D40AFF6}" dt="2025-03-07T04:16:06.091" v="7139" actId="1036"/>
          <ac:spMkLst>
            <pc:docMk/>
            <pc:sldMk cId="2301755188" sldId="4735"/>
            <ac:spMk id="7" creationId="{F7AD1002-BACD-427C-A624-58BB5A1DC711}"/>
          </ac:spMkLst>
        </pc:spChg>
        <pc:graphicFrameChg chg="mod modGraphic">
          <ac:chgData name="Linson V V" userId="075c4cc9-6382-4686-add6-593eb1d48ee5" providerId="ADAL" clId="{5F744F63-9979-465E-90D6-A3A04D40AFF6}" dt="2025-03-07T08:47:04.010" v="9301" actId="20577"/>
          <ac:graphicFrameMkLst>
            <pc:docMk/>
            <pc:sldMk cId="2301755188" sldId="4735"/>
            <ac:graphicFrameMk id="5" creationId="{416E8AC2-B9A5-9832-1AC8-3540A6B445A2}"/>
          </ac:graphicFrameMkLst>
        </pc:graphicFrameChg>
      </pc:sldChg>
      <pc:sldChg chg="del">
        <pc:chgData name="Linson V V" userId="075c4cc9-6382-4686-add6-593eb1d48ee5" providerId="ADAL" clId="{5F744F63-9979-465E-90D6-A3A04D40AFF6}" dt="2025-03-05T07:29:21.379" v="1697" actId="47"/>
        <pc:sldMkLst>
          <pc:docMk/>
          <pc:sldMk cId="2596698872" sldId="4811"/>
        </pc:sldMkLst>
      </pc:sldChg>
      <pc:sldChg chg="del">
        <pc:chgData name="Linson V V" userId="075c4cc9-6382-4686-add6-593eb1d48ee5" providerId="ADAL" clId="{5F744F63-9979-465E-90D6-A3A04D40AFF6}" dt="2025-03-05T07:29:20.351" v="1696" actId="47"/>
        <pc:sldMkLst>
          <pc:docMk/>
          <pc:sldMk cId="3417966419" sldId="4813"/>
        </pc:sldMkLst>
      </pc:sldChg>
      <pc:sldChg chg="delSp del mod">
        <pc:chgData name="Linson V V" userId="075c4cc9-6382-4686-add6-593eb1d48ee5" providerId="ADAL" clId="{5F744F63-9979-465E-90D6-A3A04D40AFF6}" dt="2025-03-05T07:32:10.027" v="1757" actId="47"/>
        <pc:sldMkLst>
          <pc:docMk/>
          <pc:sldMk cId="3397389575" sldId="4833"/>
        </pc:sldMkLst>
      </pc:sldChg>
      <pc:sldChg chg="del">
        <pc:chgData name="Linson V V" userId="075c4cc9-6382-4686-add6-593eb1d48ee5" providerId="ADAL" clId="{5F744F63-9979-465E-90D6-A3A04D40AFF6}" dt="2025-03-05T05:27:34.097" v="330" actId="18676"/>
        <pc:sldMkLst>
          <pc:docMk/>
          <pc:sldMk cId="2136716181" sldId="4884"/>
        </pc:sldMkLst>
      </pc:sldChg>
      <pc:sldChg chg="del">
        <pc:chgData name="Linson V V" userId="075c4cc9-6382-4686-add6-593eb1d48ee5" providerId="ADAL" clId="{5F744F63-9979-465E-90D6-A3A04D40AFF6}" dt="2025-03-05T05:27:34.097" v="330" actId="18676"/>
        <pc:sldMkLst>
          <pc:docMk/>
          <pc:sldMk cId="3304315509" sldId="4886"/>
        </pc:sldMkLst>
      </pc:sldChg>
      <pc:sldChg chg="modSp del mod">
        <pc:chgData name="Linson V V" userId="075c4cc9-6382-4686-add6-593eb1d48ee5" providerId="ADAL" clId="{5F744F63-9979-465E-90D6-A3A04D40AFF6}" dt="2025-03-07T06:46:07.412" v="8251" actId="18676"/>
        <pc:sldMkLst>
          <pc:docMk/>
          <pc:sldMk cId="2650389649" sldId="4899"/>
        </pc:sldMkLst>
      </pc:sldChg>
      <pc:sldChg chg="modSp add del mod ord">
        <pc:chgData name="Linson V V" userId="075c4cc9-6382-4686-add6-593eb1d48ee5" providerId="ADAL" clId="{5F744F63-9979-465E-90D6-A3A04D40AFF6}" dt="2025-03-06T08:52:47.714" v="5331" actId="18676"/>
        <pc:sldMkLst>
          <pc:docMk/>
          <pc:sldMk cId="1187854373" sldId="4984"/>
        </pc:sldMkLst>
      </pc:sldChg>
      <pc:sldChg chg="modSp add del mod ord">
        <pc:chgData name="Linson V V" userId="075c4cc9-6382-4686-add6-593eb1d48ee5" providerId="ADAL" clId="{5F744F63-9979-465E-90D6-A3A04D40AFF6}" dt="2025-03-06T08:52:47.714" v="5331" actId="18676"/>
        <pc:sldMkLst>
          <pc:docMk/>
          <pc:sldMk cId="3132891002" sldId="4986"/>
        </pc:sldMkLst>
      </pc:sldChg>
      <pc:sldChg chg="modSp add del mod ord">
        <pc:chgData name="Linson V V" userId="075c4cc9-6382-4686-add6-593eb1d48ee5" providerId="ADAL" clId="{5F744F63-9979-465E-90D6-A3A04D40AFF6}" dt="2025-03-06T08:52:47.714" v="5331" actId="18676"/>
        <pc:sldMkLst>
          <pc:docMk/>
          <pc:sldMk cId="746510792" sldId="4987"/>
        </pc:sldMkLst>
      </pc:sldChg>
      <pc:sldChg chg="del">
        <pc:chgData name="Linson V V" userId="075c4cc9-6382-4686-add6-593eb1d48ee5" providerId="ADAL" clId="{5F744F63-9979-465E-90D6-A3A04D40AFF6}" dt="2025-03-07T06:10:08.049" v="8038" actId="47"/>
        <pc:sldMkLst>
          <pc:docMk/>
          <pc:sldMk cId="1277787334" sldId="5079"/>
        </pc:sldMkLst>
      </pc:sldChg>
      <pc:sldChg chg="addSp delSp modSp mod">
        <pc:chgData name="Linson V V" userId="075c4cc9-6382-4686-add6-593eb1d48ee5" providerId="ADAL" clId="{5F744F63-9979-465E-90D6-A3A04D40AFF6}" dt="2025-03-07T10:03:32.698" v="9791" actId="478"/>
        <pc:sldMkLst>
          <pc:docMk/>
          <pc:sldMk cId="3538360134" sldId="5083"/>
        </pc:sldMkLst>
        <pc:spChg chg="mod">
          <ac:chgData name="Linson V V" userId="075c4cc9-6382-4686-add6-593eb1d48ee5" providerId="ADAL" clId="{5F744F63-9979-465E-90D6-A3A04D40AFF6}" dt="2025-03-06T05:53:23.911" v="3259" actId="20577"/>
          <ac:spMkLst>
            <pc:docMk/>
            <pc:sldMk cId="3538360134" sldId="5083"/>
            <ac:spMk id="8" creationId="{C977BC1C-30BE-B80B-5C66-6182B4CEE8BA}"/>
          </ac:spMkLst>
        </pc:spChg>
        <pc:spChg chg="mod">
          <ac:chgData name="Linson V V" userId="075c4cc9-6382-4686-add6-593eb1d48ee5" providerId="ADAL" clId="{5F744F63-9979-465E-90D6-A3A04D40AFF6}" dt="2025-03-05T11:37:02.028" v="2669" actId="1076"/>
          <ac:spMkLst>
            <pc:docMk/>
            <pc:sldMk cId="3538360134" sldId="5083"/>
            <ac:spMk id="58" creationId="{10EE12C0-EEA3-4934-AAA6-388AE8078A4D}"/>
          </ac:spMkLst>
        </pc:spChg>
        <pc:spChg chg="mod">
          <ac:chgData name="Linson V V" userId="075c4cc9-6382-4686-add6-593eb1d48ee5" providerId="ADAL" clId="{5F744F63-9979-465E-90D6-A3A04D40AFF6}" dt="2025-03-05T11:36:56.898" v="2666" actId="1076"/>
          <ac:spMkLst>
            <pc:docMk/>
            <pc:sldMk cId="3538360134" sldId="5083"/>
            <ac:spMk id="59" creationId="{36310FDF-6EF4-432E-B549-6BAD70720EDF}"/>
          </ac:spMkLst>
        </pc:spChg>
        <pc:spChg chg="mod">
          <ac:chgData name="Linson V V" userId="075c4cc9-6382-4686-add6-593eb1d48ee5" providerId="ADAL" clId="{5F744F63-9979-465E-90D6-A3A04D40AFF6}" dt="2025-03-05T08:55:14.776" v="2401" actId="20577"/>
          <ac:spMkLst>
            <pc:docMk/>
            <pc:sldMk cId="3538360134" sldId="5083"/>
            <ac:spMk id="60" creationId="{AAE257AD-128E-4EF6-AE34-0049C89971D0}"/>
          </ac:spMkLst>
        </pc:spChg>
        <pc:spChg chg="mod">
          <ac:chgData name="Linson V V" userId="075c4cc9-6382-4686-add6-593eb1d48ee5" providerId="ADAL" clId="{5F744F63-9979-465E-90D6-A3A04D40AFF6}" dt="2025-03-05T11:36:56.898" v="2666" actId="1076"/>
          <ac:spMkLst>
            <pc:docMk/>
            <pc:sldMk cId="3538360134" sldId="5083"/>
            <ac:spMk id="62" creationId="{FAC826A3-C166-40AD-AFED-D274DE48CC23}"/>
          </ac:spMkLst>
        </pc:spChg>
        <pc:spChg chg="mod">
          <ac:chgData name="Linson V V" userId="075c4cc9-6382-4686-add6-593eb1d48ee5" providerId="ADAL" clId="{5F744F63-9979-465E-90D6-A3A04D40AFF6}" dt="2025-03-05T11:36:59.402" v="2667" actId="1076"/>
          <ac:spMkLst>
            <pc:docMk/>
            <pc:sldMk cId="3538360134" sldId="5083"/>
            <ac:spMk id="68" creationId="{9A509B25-EA62-4E10-9A18-76FB464B1F7D}"/>
          </ac:spMkLst>
        </pc:spChg>
        <pc:spChg chg="mod">
          <ac:chgData name="Linson V V" userId="075c4cc9-6382-4686-add6-593eb1d48ee5" providerId="ADAL" clId="{5F744F63-9979-465E-90D6-A3A04D40AFF6}" dt="2025-03-05T11:37:08.168" v="2672" actId="20577"/>
          <ac:spMkLst>
            <pc:docMk/>
            <pc:sldMk cId="3538360134" sldId="5083"/>
            <ac:spMk id="73" creationId="{B8BC58D1-EEBC-45EC-9DA9-2B07307051D2}"/>
          </ac:spMkLst>
        </pc:spChg>
        <pc:spChg chg="mod">
          <ac:chgData name="Linson V V" userId="075c4cc9-6382-4686-add6-593eb1d48ee5" providerId="ADAL" clId="{5F744F63-9979-465E-90D6-A3A04D40AFF6}" dt="2025-03-05T11:37:06.282" v="2670" actId="1076"/>
          <ac:spMkLst>
            <pc:docMk/>
            <pc:sldMk cId="3538360134" sldId="5083"/>
            <ac:spMk id="79" creationId="{74D923E4-C141-49C1-B2FA-A089893DCE35}"/>
          </ac:spMkLst>
        </pc:spChg>
        <pc:spChg chg="mod">
          <ac:chgData name="Linson V V" userId="075c4cc9-6382-4686-add6-593eb1d48ee5" providerId="ADAL" clId="{5F744F63-9979-465E-90D6-A3A04D40AFF6}" dt="2025-03-05T11:37:06.282" v="2670" actId="1076"/>
          <ac:spMkLst>
            <pc:docMk/>
            <pc:sldMk cId="3538360134" sldId="5083"/>
            <ac:spMk id="80" creationId="{79206BC3-0991-4372-9857-4560BB995D00}"/>
          </ac:spMkLst>
        </pc:spChg>
        <pc:spChg chg="mod">
          <ac:chgData name="Linson V V" userId="075c4cc9-6382-4686-add6-593eb1d48ee5" providerId="ADAL" clId="{5F744F63-9979-465E-90D6-A3A04D40AFF6}" dt="2025-03-06T05:50:13.351" v="3250" actId="20577"/>
          <ac:spMkLst>
            <pc:docMk/>
            <pc:sldMk cId="3538360134" sldId="5083"/>
            <ac:spMk id="87" creationId="{C112717C-6EC8-41CC-9B2C-64A433BE0229}"/>
          </ac:spMkLst>
        </pc:spChg>
        <pc:spChg chg="mod">
          <ac:chgData name="Linson V V" userId="075c4cc9-6382-4686-add6-593eb1d48ee5" providerId="ADAL" clId="{5F744F63-9979-465E-90D6-A3A04D40AFF6}" dt="2025-03-06T05:08:40.886" v="3007" actId="20577"/>
          <ac:spMkLst>
            <pc:docMk/>
            <pc:sldMk cId="3538360134" sldId="5083"/>
            <ac:spMk id="100" creationId="{12FFB705-76F6-4738-99F7-EE68291375FA}"/>
          </ac:spMkLst>
        </pc:spChg>
        <pc:spChg chg="mod">
          <ac:chgData name="Linson V V" userId="075c4cc9-6382-4686-add6-593eb1d48ee5" providerId="ADAL" clId="{5F744F63-9979-465E-90D6-A3A04D40AFF6}" dt="2025-03-06T05:08:36.832" v="3006" actId="20577"/>
          <ac:spMkLst>
            <pc:docMk/>
            <pc:sldMk cId="3538360134" sldId="5083"/>
            <ac:spMk id="101" creationId="{5CCBCF49-0599-4A1B-88AC-12ECF000E7D6}"/>
          </ac:spMkLst>
        </pc:spChg>
        <pc:spChg chg="mod">
          <ac:chgData name="Linson V V" userId="075c4cc9-6382-4686-add6-593eb1d48ee5" providerId="ADAL" clId="{5F744F63-9979-465E-90D6-A3A04D40AFF6}" dt="2025-03-05T09:02:43.584" v="2410" actId="20577"/>
          <ac:spMkLst>
            <pc:docMk/>
            <pc:sldMk cId="3538360134" sldId="5083"/>
            <ac:spMk id="103" creationId="{AC9D2B3F-AD16-4B5C-A294-84948C890F11}"/>
          </ac:spMkLst>
        </pc:spChg>
        <pc:spChg chg="mod">
          <ac:chgData name="Linson V V" userId="075c4cc9-6382-4686-add6-593eb1d48ee5" providerId="ADAL" clId="{5F744F63-9979-465E-90D6-A3A04D40AFF6}" dt="2025-03-06T05:48:41.262" v="3247" actId="20577"/>
          <ac:spMkLst>
            <pc:docMk/>
            <pc:sldMk cId="3538360134" sldId="5083"/>
            <ac:spMk id="139" creationId="{2E4E1C87-2A80-48BF-9DDF-A5F48820ACC7}"/>
          </ac:spMkLst>
        </pc:spChg>
      </pc:sldChg>
      <pc:sldChg chg="modSp del mod">
        <pc:chgData name="Linson V V" userId="075c4cc9-6382-4686-add6-593eb1d48ee5" providerId="ADAL" clId="{5F744F63-9979-465E-90D6-A3A04D40AFF6}" dt="2025-03-07T10:10:44.265" v="9927" actId="47"/>
        <pc:sldMkLst>
          <pc:docMk/>
          <pc:sldMk cId="2772054925" sldId="2147470887"/>
        </pc:sldMkLst>
      </pc:sldChg>
      <pc:sldChg chg="del">
        <pc:chgData name="Linson V V" userId="075c4cc9-6382-4686-add6-593eb1d48ee5" providerId="ADAL" clId="{5F744F63-9979-465E-90D6-A3A04D40AFF6}" dt="2025-03-07T06:10:08.049" v="8038" actId="47"/>
        <pc:sldMkLst>
          <pc:docMk/>
          <pc:sldMk cId="2565340007" sldId="2147470892"/>
        </pc:sldMkLst>
      </pc:sldChg>
      <pc:sldChg chg="add del">
        <pc:chgData name="Linson V V" userId="075c4cc9-6382-4686-add6-593eb1d48ee5" providerId="ADAL" clId="{5F744F63-9979-465E-90D6-A3A04D40AFF6}" dt="2025-03-05T08:48:25.007" v="2371"/>
        <pc:sldMkLst>
          <pc:docMk/>
          <pc:sldMk cId="295711612" sldId="2147470904"/>
        </pc:sldMkLst>
      </pc:sldChg>
      <pc:sldChg chg="delSp del mod">
        <pc:chgData name="Linson V V" userId="075c4cc9-6382-4686-add6-593eb1d48ee5" providerId="ADAL" clId="{5F744F63-9979-465E-90D6-A3A04D40AFF6}" dt="2025-03-05T07:32:08.009" v="1756" actId="47"/>
        <pc:sldMkLst>
          <pc:docMk/>
          <pc:sldMk cId="3171269735" sldId="2147471068"/>
        </pc:sldMkLst>
      </pc:sldChg>
      <pc:sldChg chg="del">
        <pc:chgData name="Linson V V" userId="075c4cc9-6382-4686-add6-593eb1d48ee5" providerId="ADAL" clId="{5F744F63-9979-465E-90D6-A3A04D40AFF6}" dt="2025-03-05T07:03:29.616" v="1403" actId="47"/>
        <pc:sldMkLst>
          <pc:docMk/>
          <pc:sldMk cId="2960644468" sldId="2147471071"/>
        </pc:sldMkLst>
      </pc:sldChg>
      <pc:sldChg chg="addSp delSp modSp mod">
        <pc:chgData name="Linson V V" userId="075c4cc9-6382-4686-add6-593eb1d48ee5" providerId="ADAL" clId="{5F744F63-9979-465E-90D6-A3A04D40AFF6}" dt="2025-03-07T16:37:34.741" v="10971"/>
        <pc:sldMkLst>
          <pc:docMk/>
          <pc:sldMk cId="29744652" sldId="2147471093"/>
        </pc:sldMkLst>
        <pc:spChg chg="mod">
          <ac:chgData name="Linson V V" userId="075c4cc9-6382-4686-add6-593eb1d48ee5" providerId="ADAL" clId="{5F744F63-9979-465E-90D6-A3A04D40AFF6}" dt="2025-03-07T07:16:38.517" v="8564" actId="20577"/>
          <ac:spMkLst>
            <pc:docMk/>
            <pc:sldMk cId="29744652" sldId="2147471093"/>
            <ac:spMk id="2" creationId="{D91053AC-E961-D7B7-8D58-59319730417D}"/>
          </ac:spMkLst>
        </pc:spChg>
        <pc:spChg chg="mod">
          <ac:chgData name="Linson V V" userId="075c4cc9-6382-4686-add6-593eb1d48ee5" providerId="ADAL" clId="{5F744F63-9979-465E-90D6-A3A04D40AFF6}" dt="2025-03-07T11:24:41.106" v="10412" actId="14100"/>
          <ac:spMkLst>
            <pc:docMk/>
            <pc:sldMk cId="29744652" sldId="2147471093"/>
            <ac:spMk id="5" creationId="{540CE672-9FE0-4AA6-C301-9AD5657ADD0D}"/>
          </ac:spMkLst>
        </pc:spChg>
        <pc:spChg chg="add mod">
          <ac:chgData name="Linson V V" userId="075c4cc9-6382-4686-add6-593eb1d48ee5" providerId="ADAL" clId="{5F744F63-9979-465E-90D6-A3A04D40AFF6}" dt="2025-03-07T11:24:37.211" v="10411" actId="1076"/>
          <ac:spMkLst>
            <pc:docMk/>
            <pc:sldMk cId="29744652" sldId="2147471093"/>
            <ac:spMk id="21" creationId="{F1A59780-ADB9-4503-AB15-EA6485673367}"/>
          </ac:spMkLst>
        </pc:spChg>
        <pc:picChg chg="add mod">
          <ac:chgData name="Linson V V" userId="075c4cc9-6382-4686-add6-593eb1d48ee5" providerId="ADAL" clId="{5F744F63-9979-465E-90D6-A3A04D40AFF6}" dt="2025-03-07T16:37:34.741" v="10971"/>
          <ac:picMkLst>
            <pc:docMk/>
            <pc:sldMk cId="29744652" sldId="2147471093"/>
            <ac:picMk id="15" creationId="{D11EC911-B990-4E0A-88AF-AAB4E7F6D9F4}"/>
          </ac:picMkLst>
        </pc:picChg>
        <pc:picChg chg="add mod">
          <ac:chgData name="Linson V V" userId="075c4cc9-6382-4686-add6-593eb1d48ee5" providerId="ADAL" clId="{5F744F63-9979-465E-90D6-A3A04D40AFF6}" dt="2025-03-07T11:24:37.211" v="10411" actId="1076"/>
          <ac:picMkLst>
            <pc:docMk/>
            <pc:sldMk cId="29744652" sldId="2147471093"/>
            <ac:picMk id="16" creationId="{918CB712-3323-460F-BB7E-4CD09CFFF4A0}"/>
          </ac:picMkLst>
        </pc:picChg>
        <pc:picChg chg="add mod">
          <ac:chgData name="Linson V V" userId="075c4cc9-6382-4686-add6-593eb1d48ee5" providerId="ADAL" clId="{5F744F63-9979-465E-90D6-A3A04D40AFF6}" dt="2025-03-07T11:32:35.468" v="10481" actId="1076"/>
          <ac:picMkLst>
            <pc:docMk/>
            <pc:sldMk cId="29744652" sldId="2147471093"/>
            <ac:picMk id="17" creationId="{4B9DEA3F-3547-42AC-B0DB-F49A584752C0}"/>
          </ac:picMkLst>
        </pc:picChg>
        <pc:picChg chg="add mod">
          <ac:chgData name="Linson V V" userId="075c4cc9-6382-4686-add6-593eb1d48ee5" providerId="ADAL" clId="{5F744F63-9979-465E-90D6-A3A04D40AFF6}" dt="2025-03-07T11:24:37.211" v="10411" actId="1076"/>
          <ac:picMkLst>
            <pc:docMk/>
            <pc:sldMk cId="29744652" sldId="2147471093"/>
            <ac:picMk id="18" creationId="{D24C2E11-A33A-464C-8731-E62B7CC61A78}"/>
          </ac:picMkLst>
        </pc:picChg>
        <pc:picChg chg="add mod">
          <ac:chgData name="Linson V V" userId="075c4cc9-6382-4686-add6-593eb1d48ee5" providerId="ADAL" clId="{5F744F63-9979-465E-90D6-A3A04D40AFF6}" dt="2025-03-07T11:34:50.169" v="10483"/>
          <ac:picMkLst>
            <pc:docMk/>
            <pc:sldMk cId="29744652" sldId="2147471093"/>
            <ac:picMk id="26" creationId="{7E848910-75D8-491C-BC19-2CB50BA0E03B}"/>
          </ac:picMkLst>
        </pc:picChg>
        <pc:picChg chg="add mod">
          <ac:chgData name="Linson V V" userId="075c4cc9-6382-4686-add6-593eb1d48ee5" providerId="ADAL" clId="{5F744F63-9979-465E-90D6-A3A04D40AFF6}" dt="2025-03-07T16:34:26.655" v="10968"/>
          <ac:picMkLst>
            <pc:docMk/>
            <pc:sldMk cId="29744652" sldId="2147471093"/>
            <ac:picMk id="27" creationId="{87D69EB6-A86E-4850-B0E2-B955583F5F4C}"/>
          </ac:picMkLst>
        </pc:picChg>
        <pc:picChg chg="add mod">
          <ac:chgData name="Linson V V" userId="075c4cc9-6382-4686-add6-593eb1d48ee5" providerId="ADAL" clId="{5F744F63-9979-465E-90D6-A3A04D40AFF6}" dt="2025-03-07T11:35:15.267" v="10484"/>
          <ac:picMkLst>
            <pc:docMk/>
            <pc:sldMk cId="29744652" sldId="2147471093"/>
            <ac:picMk id="28" creationId="{678C06FF-FC24-4D66-B18D-B0F7E0639FA1}"/>
          </ac:picMkLst>
        </pc:picChg>
      </pc:sldChg>
      <pc:sldChg chg="del">
        <pc:chgData name="Linson V V" userId="075c4cc9-6382-4686-add6-593eb1d48ee5" providerId="ADAL" clId="{5F744F63-9979-465E-90D6-A3A04D40AFF6}" dt="2025-03-05T11:10:31.670" v="2606" actId="47"/>
        <pc:sldMkLst>
          <pc:docMk/>
          <pc:sldMk cId="1110104686" sldId="2147471118"/>
        </pc:sldMkLst>
      </pc:sldChg>
      <pc:sldChg chg="del">
        <pc:chgData name="Linson V V" userId="075c4cc9-6382-4686-add6-593eb1d48ee5" providerId="ADAL" clId="{5F744F63-9979-465E-90D6-A3A04D40AFF6}" dt="2025-03-05T11:10:31.670" v="2606" actId="47"/>
        <pc:sldMkLst>
          <pc:docMk/>
          <pc:sldMk cId="2354271474" sldId="2147471119"/>
        </pc:sldMkLst>
      </pc:sldChg>
      <pc:sldChg chg="add del">
        <pc:chgData name="Linson V V" userId="075c4cc9-6382-4686-add6-593eb1d48ee5" providerId="ADAL" clId="{5F744F63-9979-465E-90D6-A3A04D40AFF6}" dt="2025-03-07T06:50:33.100" v="8268" actId="18676"/>
        <pc:sldMkLst>
          <pc:docMk/>
          <pc:sldMk cId="2372212607" sldId="2147471120"/>
        </pc:sldMkLst>
      </pc:sldChg>
      <pc:sldChg chg="addSp delSp modSp add mod ord modClrScheme modShow chgLayout">
        <pc:chgData name="Linson V V" userId="075c4cc9-6382-4686-add6-593eb1d48ee5" providerId="ADAL" clId="{5F744F63-9979-465E-90D6-A3A04D40AFF6}" dt="2025-03-07T16:37:52.474" v="10972" actId="700"/>
        <pc:sldMkLst>
          <pc:docMk/>
          <pc:sldMk cId="1225013062" sldId="2147471121"/>
        </pc:sldMkLst>
      </pc:sldChg>
      <pc:sldChg chg="addSp delSp modSp add mod ord modClrScheme modShow chgLayout">
        <pc:chgData name="Linson V V" userId="075c4cc9-6382-4686-add6-593eb1d48ee5" providerId="ADAL" clId="{5F744F63-9979-465E-90D6-A3A04D40AFF6}" dt="2025-03-07T16:33:50.166" v="10967" actId="729"/>
        <pc:sldMkLst>
          <pc:docMk/>
          <pc:sldMk cId="4062117788" sldId="2147471122"/>
        </pc:sldMkLst>
        <pc:spChg chg="mod ord">
          <ac:chgData name="Linson V V" userId="075c4cc9-6382-4686-add6-593eb1d48ee5" providerId="ADAL" clId="{5F744F63-9979-465E-90D6-A3A04D40AFF6}" dt="2025-03-07T16:33:42.540" v="10966" actId="700"/>
          <ac:spMkLst>
            <pc:docMk/>
            <pc:sldMk cId="4062117788" sldId="2147471122"/>
            <ac:spMk id="2" creationId="{1298655C-A96E-46D1-A4ED-0B87BD7A672E}"/>
          </ac:spMkLst>
        </pc:spChg>
        <pc:spChg chg="add mod">
          <ac:chgData name="Linson V V" userId="075c4cc9-6382-4686-add6-593eb1d48ee5" providerId="ADAL" clId="{5F744F63-9979-465E-90D6-A3A04D40AFF6}" dt="2025-03-05T07:21:00.834" v="1533" actId="1076"/>
          <ac:spMkLst>
            <pc:docMk/>
            <pc:sldMk cId="4062117788" sldId="2147471122"/>
            <ac:spMk id="3" creationId="{DA64F191-1B6D-4980-B030-957FCB155B30}"/>
          </ac:spMkLst>
        </pc:spChg>
        <pc:spChg chg="mod">
          <ac:chgData name="Linson V V" userId="075c4cc9-6382-4686-add6-593eb1d48ee5" providerId="ADAL" clId="{5F744F63-9979-465E-90D6-A3A04D40AFF6}" dt="2025-03-05T07:20:21.313" v="1529" actId="1076"/>
          <ac:spMkLst>
            <pc:docMk/>
            <pc:sldMk cId="4062117788" sldId="2147471122"/>
            <ac:spMk id="4" creationId="{CD31E2BF-5B68-4E85-8CDE-1E0943706E83}"/>
          </ac:spMkLst>
        </pc:spChg>
        <pc:spChg chg="mod">
          <ac:chgData name="Linson V V" userId="075c4cc9-6382-4686-add6-593eb1d48ee5" providerId="ADAL" clId="{5F744F63-9979-465E-90D6-A3A04D40AFF6}" dt="2025-03-05T07:19:11.095" v="1519" actId="692"/>
          <ac:spMkLst>
            <pc:docMk/>
            <pc:sldMk cId="4062117788" sldId="2147471122"/>
            <ac:spMk id="5" creationId="{7C62D320-7720-40B0-A87D-4BB26CEF7F41}"/>
          </ac:spMkLst>
        </pc:spChg>
        <pc:spChg chg="mod">
          <ac:chgData name="Linson V V" userId="075c4cc9-6382-4686-add6-593eb1d48ee5" providerId="ADAL" clId="{5F744F63-9979-465E-90D6-A3A04D40AFF6}" dt="2025-03-05T07:19:37.251" v="1523" actId="14100"/>
          <ac:spMkLst>
            <pc:docMk/>
            <pc:sldMk cId="4062117788" sldId="2147471122"/>
            <ac:spMk id="8" creationId="{82A30C1F-63F3-4A12-A77B-3B03E07A6E51}"/>
          </ac:spMkLst>
        </pc:spChg>
        <pc:spChg chg="mod">
          <ac:chgData name="Linson V V" userId="075c4cc9-6382-4686-add6-593eb1d48ee5" providerId="ADAL" clId="{5F744F63-9979-465E-90D6-A3A04D40AFF6}" dt="2025-03-05T07:19:49.953" v="1526" actId="1076"/>
          <ac:spMkLst>
            <pc:docMk/>
            <pc:sldMk cId="4062117788" sldId="2147471122"/>
            <ac:spMk id="9" creationId="{2C0B8BA2-F80C-4E21-92F1-30A6F1CD22E7}"/>
          </ac:spMkLst>
        </pc:spChg>
        <pc:spChg chg="mod">
          <ac:chgData name="Linson V V" userId="075c4cc9-6382-4686-add6-593eb1d48ee5" providerId="ADAL" clId="{5F744F63-9979-465E-90D6-A3A04D40AFF6}" dt="2025-03-05T07:18:47.985" v="1517" actId="14100"/>
          <ac:spMkLst>
            <pc:docMk/>
            <pc:sldMk cId="4062117788" sldId="2147471122"/>
            <ac:spMk id="13" creationId="{1CE7E912-D898-4D8B-9475-C2268958E5EC}"/>
          </ac:spMkLst>
        </pc:spChg>
        <pc:spChg chg="mod">
          <ac:chgData name="Linson V V" userId="075c4cc9-6382-4686-add6-593eb1d48ee5" providerId="ADAL" clId="{5F744F63-9979-465E-90D6-A3A04D40AFF6}" dt="2025-03-05T07:18:50.266" v="1518" actId="1076"/>
          <ac:spMkLst>
            <pc:docMk/>
            <pc:sldMk cId="4062117788" sldId="2147471122"/>
            <ac:spMk id="14" creationId="{54C81426-B762-4391-9F6B-42A35A8A7371}"/>
          </ac:spMkLst>
        </pc:spChg>
        <pc:graphicFrameChg chg="add mod modGraphic">
          <ac:chgData name="Linson V V" userId="075c4cc9-6382-4686-add6-593eb1d48ee5" providerId="ADAL" clId="{5F744F63-9979-465E-90D6-A3A04D40AFF6}" dt="2025-03-05T07:20:07.899" v="1527" actId="14100"/>
          <ac:graphicFrameMkLst>
            <pc:docMk/>
            <pc:sldMk cId="4062117788" sldId="2147471122"/>
            <ac:graphicFrameMk id="20" creationId="{8D9C4AA0-D843-4064-B984-6733C909292E}"/>
          </ac:graphicFrameMkLst>
        </pc:graphicFrameChg>
      </pc:sldChg>
      <pc:sldChg chg="delSp modSp add mod ord modClrScheme modShow chgLayout">
        <pc:chgData name="Linson V V" userId="075c4cc9-6382-4686-add6-593eb1d48ee5" providerId="ADAL" clId="{5F744F63-9979-465E-90D6-A3A04D40AFF6}" dt="2025-03-08T04:49:41.085" v="11011" actId="20577"/>
        <pc:sldMkLst>
          <pc:docMk/>
          <pc:sldMk cId="807452645" sldId="2147471123"/>
        </pc:sldMkLst>
        <pc:spChg chg="mod ord">
          <ac:chgData name="Linson V V" userId="075c4cc9-6382-4686-add6-593eb1d48ee5" providerId="ADAL" clId="{5F744F63-9979-465E-90D6-A3A04D40AFF6}" dt="2025-03-07T16:33:42.540" v="10966" actId="700"/>
          <ac:spMkLst>
            <pc:docMk/>
            <pc:sldMk cId="807452645" sldId="2147471123"/>
            <ac:spMk id="2" creationId="{138BA0BD-5B38-4994-B443-55DCA927AFA4}"/>
          </ac:spMkLst>
        </pc:spChg>
        <pc:spChg chg="mod">
          <ac:chgData name="Linson V V" userId="075c4cc9-6382-4686-add6-593eb1d48ee5" providerId="ADAL" clId="{5F744F63-9979-465E-90D6-A3A04D40AFF6}" dt="2025-03-05T07:27:10.130" v="1675" actId="14100"/>
          <ac:spMkLst>
            <pc:docMk/>
            <pc:sldMk cId="807452645" sldId="2147471123"/>
            <ac:spMk id="3" creationId="{CC7EF7DE-C5D5-4C4F-9DA9-C104A5BCF294}"/>
          </ac:spMkLst>
        </pc:spChg>
        <pc:spChg chg="mod">
          <ac:chgData name="Linson V V" userId="075c4cc9-6382-4686-add6-593eb1d48ee5" providerId="ADAL" clId="{5F744F63-9979-465E-90D6-A3A04D40AFF6}" dt="2025-03-05T07:27:23.603" v="1679" actId="403"/>
          <ac:spMkLst>
            <pc:docMk/>
            <pc:sldMk cId="807452645" sldId="2147471123"/>
            <ac:spMk id="4" creationId="{0847C8E3-3B89-4C95-B5F7-4DF7A1588EB3}"/>
          </ac:spMkLst>
        </pc:spChg>
        <pc:spChg chg="mod">
          <ac:chgData name="Linson V V" userId="075c4cc9-6382-4686-add6-593eb1d48ee5" providerId="ADAL" clId="{5F744F63-9979-465E-90D6-A3A04D40AFF6}" dt="2025-03-06T08:26:16.685" v="5219" actId="14100"/>
          <ac:spMkLst>
            <pc:docMk/>
            <pc:sldMk cId="807452645" sldId="2147471123"/>
            <ac:spMk id="6" creationId="{B8F7D2B2-F797-4707-A775-38CBDB9CF90D}"/>
          </ac:spMkLst>
        </pc:spChg>
        <pc:spChg chg="mod">
          <ac:chgData name="Linson V V" userId="075c4cc9-6382-4686-add6-593eb1d48ee5" providerId="ADAL" clId="{5F744F63-9979-465E-90D6-A3A04D40AFF6}" dt="2025-03-05T07:27:31.593" v="1681" actId="403"/>
          <ac:spMkLst>
            <pc:docMk/>
            <pc:sldMk cId="807452645" sldId="2147471123"/>
            <ac:spMk id="8" creationId="{97FE7275-5079-4EFF-ADB0-36ED29767169}"/>
          </ac:spMkLst>
        </pc:spChg>
        <pc:spChg chg="mod">
          <ac:chgData name="Linson V V" userId="075c4cc9-6382-4686-add6-593eb1d48ee5" providerId="ADAL" clId="{5F744F63-9979-465E-90D6-A3A04D40AFF6}" dt="2025-03-05T07:28:17.580" v="1688" actId="20577"/>
          <ac:spMkLst>
            <pc:docMk/>
            <pc:sldMk cId="807452645" sldId="2147471123"/>
            <ac:spMk id="10" creationId="{BCF3D9B6-3B1D-47FF-A924-6985ABE8B4CF}"/>
          </ac:spMkLst>
        </pc:spChg>
        <pc:spChg chg="mod">
          <ac:chgData name="Linson V V" userId="075c4cc9-6382-4686-add6-593eb1d48ee5" providerId="ADAL" clId="{5F744F63-9979-465E-90D6-A3A04D40AFF6}" dt="2025-03-08T04:49:41.085" v="11011" actId="20577"/>
          <ac:spMkLst>
            <pc:docMk/>
            <pc:sldMk cId="807452645" sldId="2147471123"/>
            <ac:spMk id="11" creationId="{E434744E-5330-4125-BEDF-FBC6390D79CD}"/>
          </ac:spMkLst>
        </pc:spChg>
        <pc:spChg chg="mod">
          <ac:chgData name="Linson V V" userId="075c4cc9-6382-4686-add6-593eb1d48ee5" providerId="ADAL" clId="{5F744F63-9979-465E-90D6-A3A04D40AFF6}" dt="2025-03-06T08:26:09.052" v="5216" actId="1076"/>
          <ac:spMkLst>
            <pc:docMk/>
            <pc:sldMk cId="807452645" sldId="2147471123"/>
            <ac:spMk id="12" creationId="{B99F9260-B6A8-6FA7-93C1-983BB4866572}"/>
          </ac:spMkLst>
        </pc:spChg>
        <pc:graphicFrameChg chg="mod modGraphic">
          <ac:chgData name="Linson V V" userId="075c4cc9-6382-4686-add6-593eb1d48ee5" providerId="ADAL" clId="{5F744F63-9979-465E-90D6-A3A04D40AFF6}" dt="2025-03-06T08:26:20.633" v="5220" actId="14100"/>
          <ac:graphicFrameMkLst>
            <pc:docMk/>
            <pc:sldMk cId="807452645" sldId="2147471123"/>
            <ac:graphicFrameMk id="5" creationId="{D2485AE2-A7F9-4164-9F92-B2E25620D069}"/>
          </ac:graphicFrameMkLst>
        </pc:graphicFrameChg>
      </pc:sldChg>
      <pc:sldChg chg="addSp delSp modSp add del mod chgLayout">
        <pc:chgData name="Linson V V" userId="075c4cc9-6382-4686-add6-593eb1d48ee5" providerId="ADAL" clId="{5F744F63-9979-465E-90D6-A3A04D40AFF6}" dt="2025-03-05T08:46:17.756" v="2347" actId="47"/>
        <pc:sldMkLst>
          <pc:docMk/>
          <pc:sldMk cId="2485391606" sldId="2147471126"/>
        </pc:sldMkLst>
      </pc:sldChg>
      <pc:sldChg chg="modSp add mod modClrScheme modShow chgLayout">
        <pc:chgData name="Linson V V" userId="075c4cc9-6382-4686-add6-593eb1d48ee5" providerId="ADAL" clId="{5F744F63-9979-465E-90D6-A3A04D40AFF6}" dt="2025-03-07T16:33:50.166" v="10967" actId="729"/>
        <pc:sldMkLst>
          <pc:docMk/>
          <pc:sldMk cId="2787430459" sldId="2147482337"/>
        </pc:sldMkLst>
        <pc:spChg chg="mod ord">
          <ac:chgData name="Linson V V" userId="075c4cc9-6382-4686-add6-593eb1d48ee5" providerId="ADAL" clId="{5F744F63-9979-465E-90D6-A3A04D40AFF6}" dt="2025-03-07T16:33:42.540" v="10966" actId="700"/>
          <ac:spMkLst>
            <pc:docMk/>
            <pc:sldMk cId="2787430459" sldId="2147482337"/>
            <ac:spMk id="2" creationId="{63069A61-E8E9-2605-8298-FEB5BC322A07}"/>
          </ac:spMkLst>
        </pc:spChg>
        <pc:spChg chg="mod">
          <ac:chgData name="Linson V V" userId="075c4cc9-6382-4686-add6-593eb1d48ee5" providerId="ADAL" clId="{5F744F63-9979-465E-90D6-A3A04D40AFF6}" dt="2025-03-06T09:21:23.305" v="5358" actId="1076"/>
          <ac:spMkLst>
            <pc:docMk/>
            <pc:sldMk cId="2787430459" sldId="2147482337"/>
            <ac:spMk id="3" creationId="{87523B00-BBE0-0DB2-05B4-9B012DF60B43}"/>
          </ac:spMkLst>
        </pc:spChg>
        <pc:spChg chg="mod">
          <ac:chgData name="Linson V V" userId="075c4cc9-6382-4686-add6-593eb1d48ee5" providerId="ADAL" clId="{5F744F63-9979-465E-90D6-A3A04D40AFF6}" dt="2025-03-06T09:20:56.121" v="5356" actId="404"/>
          <ac:spMkLst>
            <pc:docMk/>
            <pc:sldMk cId="2787430459" sldId="2147482337"/>
            <ac:spMk id="7" creationId="{C7BDED82-3DEE-07F5-ED3B-C2D1D660EB84}"/>
          </ac:spMkLst>
        </pc:spChg>
        <pc:spChg chg="mod">
          <ac:chgData name="Linson V V" userId="075c4cc9-6382-4686-add6-593eb1d48ee5" providerId="ADAL" clId="{5F744F63-9979-465E-90D6-A3A04D40AFF6}" dt="2025-03-06T09:21:26.262" v="5359" actId="14100"/>
          <ac:spMkLst>
            <pc:docMk/>
            <pc:sldMk cId="2787430459" sldId="2147482337"/>
            <ac:spMk id="19" creationId="{A7A6CB51-38EC-25D6-07BC-F0432C2ACD1E}"/>
          </ac:spMkLst>
        </pc:spChg>
      </pc:sldChg>
      <pc:sldChg chg="addSp delSp modSp del mod">
        <pc:chgData name="Linson V V" userId="075c4cc9-6382-4686-add6-593eb1d48ee5" providerId="ADAL" clId="{5F744F63-9979-465E-90D6-A3A04D40AFF6}" dt="2025-03-06T07:13:52.590" v="3611" actId="47"/>
        <pc:sldMkLst>
          <pc:docMk/>
          <pc:sldMk cId="1656350170" sldId="2147482346"/>
        </pc:sldMkLst>
      </pc:sldChg>
      <pc:sldChg chg="addSp delSp modSp mod ord">
        <pc:chgData name="Linson V V" userId="075c4cc9-6382-4686-add6-593eb1d48ee5" providerId="ADAL" clId="{5F744F63-9979-465E-90D6-A3A04D40AFF6}" dt="2025-03-07T09:42:28.296" v="9669" actId="6549"/>
        <pc:sldMkLst>
          <pc:docMk/>
          <pc:sldMk cId="343334689" sldId="2147482351"/>
        </pc:sldMkLst>
        <pc:spChg chg="mod">
          <ac:chgData name="Linson V V" userId="075c4cc9-6382-4686-add6-593eb1d48ee5" providerId="ADAL" clId="{5F744F63-9979-465E-90D6-A3A04D40AFF6}" dt="2025-03-07T09:42:11.045" v="9648" actId="1076"/>
          <ac:spMkLst>
            <pc:docMk/>
            <pc:sldMk cId="343334689" sldId="2147482351"/>
            <ac:spMk id="3" creationId="{A816DAC3-EAAF-09A3-A105-DAFC6C0A42D9}"/>
          </ac:spMkLst>
        </pc:spChg>
        <pc:spChg chg="add mod">
          <ac:chgData name="Linson V V" userId="075c4cc9-6382-4686-add6-593eb1d48ee5" providerId="ADAL" clId="{5F744F63-9979-465E-90D6-A3A04D40AFF6}" dt="2025-03-07T09:42:07.172" v="9647" actId="14100"/>
          <ac:spMkLst>
            <pc:docMk/>
            <pc:sldMk cId="343334689" sldId="2147482351"/>
            <ac:spMk id="10" creationId="{979F744F-78D3-4868-953B-286509492EC4}"/>
          </ac:spMkLst>
        </pc:spChg>
        <pc:spChg chg="mod">
          <ac:chgData name="Linson V V" userId="075c4cc9-6382-4686-add6-593eb1d48ee5" providerId="ADAL" clId="{5F744F63-9979-465E-90D6-A3A04D40AFF6}" dt="2025-03-07T09:41:41.764" v="9640" actId="1076"/>
          <ac:spMkLst>
            <pc:docMk/>
            <pc:sldMk cId="343334689" sldId="2147482351"/>
            <ac:spMk id="11" creationId="{19BA0B6F-3289-130F-642F-4B42925BBA24}"/>
          </ac:spMkLst>
        </pc:spChg>
        <pc:graphicFrameChg chg="mod modGraphic">
          <ac:chgData name="Linson V V" userId="075c4cc9-6382-4686-add6-593eb1d48ee5" providerId="ADAL" clId="{5F744F63-9979-465E-90D6-A3A04D40AFF6}" dt="2025-03-07T09:42:28.296" v="9669" actId="6549"/>
          <ac:graphicFrameMkLst>
            <pc:docMk/>
            <pc:sldMk cId="343334689" sldId="2147482351"/>
            <ac:graphicFrameMk id="9" creationId="{52D6CC8F-720E-342D-DF19-2EFA6011B023}"/>
          </ac:graphicFrameMkLst>
        </pc:graphicFrameChg>
      </pc:sldChg>
      <pc:sldChg chg="del">
        <pc:chgData name="Linson V V" userId="075c4cc9-6382-4686-add6-593eb1d48ee5" providerId="ADAL" clId="{5F744F63-9979-465E-90D6-A3A04D40AFF6}" dt="2025-03-05T07:03:29.616" v="1403" actId="47"/>
        <pc:sldMkLst>
          <pc:docMk/>
          <pc:sldMk cId="3280523327" sldId="2147482354"/>
        </pc:sldMkLst>
      </pc:sldChg>
      <pc:sldChg chg="addSp delSp modSp mod ord">
        <pc:chgData name="Linson V V" userId="075c4cc9-6382-4686-add6-593eb1d48ee5" providerId="ADAL" clId="{5F744F63-9979-465E-90D6-A3A04D40AFF6}" dt="2025-03-07T11:31:27.402" v="10477" actId="20577"/>
        <pc:sldMkLst>
          <pc:docMk/>
          <pc:sldMk cId="2384935863" sldId="2147482358"/>
        </pc:sldMkLst>
        <pc:spChg chg="mod">
          <ac:chgData name="Linson V V" userId="075c4cc9-6382-4686-add6-593eb1d48ee5" providerId="ADAL" clId="{5F744F63-9979-465E-90D6-A3A04D40AFF6}" dt="2025-03-07T04:28:14.277" v="7219" actId="1076"/>
          <ac:spMkLst>
            <pc:docMk/>
            <pc:sldMk cId="2384935863" sldId="2147482358"/>
            <ac:spMk id="6" creationId="{F8E87F12-22B4-4902-9131-145341ABFA4E}"/>
          </ac:spMkLst>
        </pc:spChg>
        <pc:spChg chg="mod ord">
          <ac:chgData name="Linson V V" userId="075c4cc9-6382-4686-add6-593eb1d48ee5" providerId="ADAL" clId="{5F744F63-9979-465E-90D6-A3A04D40AFF6}" dt="2025-03-06T07:19:54.211" v="4594" actId="1076"/>
          <ac:spMkLst>
            <pc:docMk/>
            <pc:sldMk cId="2384935863" sldId="2147482358"/>
            <ac:spMk id="7" creationId="{3C3F4E01-9F66-46A7-86A1-EF84876F52C7}"/>
          </ac:spMkLst>
        </pc:spChg>
        <pc:graphicFrameChg chg="mod modGraphic">
          <ac:chgData name="Linson V V" userId="075c4cc9-6382-4686-add6-593eb1d48ee5" providerId="ADAL" clId="{5F744F63-9979-465E-90D6-A3A04D40AFF6}" dt="2025-03-07T11:31:27.402" v="10477" actId="20577"/>
          <ac:graphicFrameMkLst>
            <pc:docMk/>
            <pc:sldMk cId="2384935863" sldId="2147482358"/>
            <ac:graphicFrameMk id="43" creationId="{CAC40896-7657-3F7C-EBE6-ECED628CF04F}"/>
          </ac:graphicFrameMkLst>
        </pc:graphicFrameChg>
      </pc:sldChg>
      <pc:sldChg chg="del">
        <pc:chgData name="Linson V V" userId="075c4cc9-6382-4686-add6-593eb1d48ee5" providerId="ADAL" clId="{5F744F63-9979-465E-90D6-A3A04D40AFF6}" dt="2025-03-05T05:27:34.097" v="330" actId="18676"/>
        <pc:sldMkLst>
          <pc:docMk/>
          <pc:sldMk cId="3739014940" sldId="2147482359"/>
        </pc:sldMkLst>
      </pc:sldChg>
      <pc:sldChg chg="addSp delSp modSp del mod">
        <pc:chgData name="Linson V V" userId="075c4cc9-6382-4686-add6-593eb1d48ee5" providerId="ADAL" clId="{5F744F63-9979-465E-90D6-A3A04D40AFF6}" dt="2025-03-07T16:01:44.664" v="10527" actId="47"/>
        <pc:sldMkLst>
          <pc:docMk/>
          <pc:sldMk cId="624269893" sldId="2147482360"/>
        </pc:sldMkLst>
      </pc:sldChg>
      <pc:sldChg chg="del">
        <pc:chgData name="Linson V V" userId="075c4cc9-6382-4686-add6-593eb1d48ee5" providerId="ADAL" clId="{5F744F63-9979-465E-90D6-A3A04D40AFF6}" dt="2025-03-05T10:44:02.050" v="2604" actId="18676"/>
        <pc:sldMkLst>
          <pc:docMk/>
          <pc:sldMk cId="172320599" sldId="2147482362"/>
        </pc:sldMkLst>
      </pc:sldChg>
      <pc:sldChg chg="del">
        <pc:chgData name="Linson V V" userId="075c4cc9-6382-4686-add6-593eb1d48ee5" providerId="ADAL" clId="{5F744F63-9979-465E-90D6-A3A04D40AFF6}" dt="2025-03-05T10:44:02.050" v="2604" actId="18676"/>
        <pc:sldMkLst>
          <pc:docMk/>
          <pc:sldMk cId="1004723640" sldId="2147482363"/>
        </pc:sldMkLst>
      </pc:sldChg>
      <pc:sldChg chg="del">
        <pc:chgData name="Linson V V" userId="075c4cc9-6382-4686-add6-593eb1d48ee5" providerId="ADAL" clId="{5F744F63-9979-465E-90D6-A3A04D40AFF6}" dt="2025-03-05T10:44:02.050" v="2604" actId="18676"/>
        <pc:sldMkLst>
          <pc:docMk/>
          <pc:sldMk cId="2926244624" sldId="2147482364"/>
        </pc:sldMkLst>
      </pc:sldChg>
      <pc:sldChg chg="addSp delSp modSp del mod ord modShow">
        <pc:chgData name="Linson V V" userId="075c4cc9-6382-4686-add6-593eb1d48ee5" providerId="ADAL" clId="{5F744F63-9979-465E-90D6-A3A04D40AFF6}" dt="2025-03-07T11:14:15.021" v="10332" actId="47"/>
        <pc:sldMkLst>
          <pc:docMk/>
          <pc:sldMk cId="3481101215" sldId="2147482365"/>
        </pc:sldMkLst>
      </pc:sldChg>
      <pc:sldChg chg="del">
        <pc:chgData name="Linson V V" userId="075c4cc9-6382-4686-add6-593eb1d48ee5" providerId="ADAL" clId="{5F744F63-9979-465E-90D6-A3A04D40AFF6}" dt="2025-03-05T10:44:02.050" v="2604" actId="18676"/>
        <pc:sldMkLst>
          <pc:docMk/>
          <pc:sldMk cId="3552934800" sldId="2147482367"/>
        </pc:sldMkLst>
      </pc:sldChg>
      <pc:sldChg chg="addSp modSp del mod">
        <pc:chgData name="Linson V V" userId="075c4cc9-6382-4686-add6-593eb1d48ee5" providerId="ADAL" clId="{5F744F63-9979-465E-90D6-A3A04D40AFF6}" dt="2025-03-06T06:47:20.194" v="3502" actId="47"/>
        <pc:sldMkLst>
          <pc:docMk/>
          <pc:sldMk cId="2753473148" sldId="2147482368"/>
        </pc:sldMkLst>
      </pc:sldChg>
      <pc:sldChg chg="del">
        <pc:chgData name="Linson V V" userId="075c4cc9-6382-4686-add6-593eb1d48ee5" providerId="ADAL" clId="{5F744F63-9979-465E-90D6-A3A04D40AFF6}" dt="2025-03-07T06:46:07.412" v="8251" actId="18676"/>
        <pc:sldMkLst>
          <pc:docMk/>
          <pc:sldMk cId="1066108140" sldId="2147482369"/>
        </pc:sldMkLst>
      </pc:sldChg>
      <pc:sldChg chg="modSp del mod">
        <pc:chgData name="Linson V V" userId="075c4cc9-6382-4686-add6-593eb1d48ee5" providerId="ADAL" clId="{5F744F63-9979-465E-90D6-A3A04D40AFF6}" dt="2025-03-06T03:19:18.530" v="2699" actId="47"/>
        <pc:sldMkLst>
          <pc:docMk/>
          <pc:sldMk cId="133745691" sldId="2147482370"/>
        </pc:sldMkLst>
      </pc:sldChg>
      <pc:sldChg chg="del">
        <pc:chgData name="Linson V V" userId="075c4cc9-6382-4686-add6-593eb1d48ee5" providerId="ADAL" clId="{5F744F63-9979-465E-90D6-A3A04D40AFF6}" dt="2025-03-07T06:46:07.412" v="8251" actId="18676"/>
        <pc:sldMkLst>
          <pc:docMk/>
          <pc:sldMk cId="244434511" sldId="2147482371"/>
        </pc:sldMkLst>
      </pc:sldChg>
      <pc:sldChg chg="add del">
        <pc:chgData name="Linson V V" userId="075c4cc9-6382-4686-add6-593eb1d48ee5" providerId="ADAL" clId="{5F744F63-9979-465E-90D6-A3A04D40AFF6}" dt="2025-03-06T03:17:41.507" v="2696" actId="47"/>
        <pc:sldMkLst>
          <pc:docMk/>
          <pc:sldMk cId="2951819663" sldId="2147482386"/>
        </pc:sldMkLst>
      </pc:sldChg>
      <pc:sldChg chg="addSp modSp del mod">
        <pc:chgData name="Linson V V" userId="075c4cc9-6382-4686-add6-593eb1d48ee5" providerId="ADAL" clId="{5F744F63-9979-465E-90D6-A3A04D40AFF6}" dt="2025-03-07T06:51:17.476" v="8271" actId="18676"/>
        <pc:sldMkLst>
          <pc:docMk/>
          <pc:sldMk cId="3032563077" sldId="2147482395"/>
        </pc:sldMkLst>
      </pc:sldChg>
      <pc:sldChg chg="delSp modSp del mod">
        <pc:chgData name="Linson V V" userId="075c4cc9-6382-4686-add6-593eb1d48ee5" providerId="ADAL" clId="{5F744F63-9979-465E-90D6-A3A04D40AFF6}" dt="2025-03-05T07:21:31.631" v="1534" actId="47"/>
        <pc:sldMkLst>
          <pc:docMk/>
          <pc:sldMk cId="2770921446" sldId="2147482396"/>
        </pc:sldMkLst>
      </pc:sldChg>
      <pc:sldChg chg="del">
        <pc:chgData name="Linson V V" userId="075c4cc9-6382-4686-add6-593eb1d48ee5" providerId="ADAL" clId="{5F744F63-9979-465E-90D6-A3A04D40AFF6}" dt="2025-03-05T07:28:31.768" v="1689" actId="47"/>
        <pc:sldMkLst>
          <pc:docMk/>
          <pc:sldMk cId="63525007" sldId="2147482397"/>
        </pc:sldMkLst>
      </pc:sldChg>
      <pc:sldChg chg="addSp delSp modSp mod ord">
        <pc:chgData name="Linson V V" userId="075c4cc9-6382-4686-add6-593eb1d48ee5" providerId="ADAL" clId="{5F744F63-9979-465E-90D6-A3A04D40AFF6}" dt="2025-03-07T11:38:40.477" v="10523" actId="5793"/>
        <pc:sldMkLst>
          <pc:docMk/>
          <pc:sldMk cId="1307406285" sldId="2147482398"/>
        </pc:sldMkLst>
      </pc:sldChg>
      <pc:sldChg chg="addSp modSp new del mod modAnim">
        <pc:chgData name="Linson V V" userId="075c4cc9-6382-4686-add6-593eb1d48ee5" providerId="ADAL" clId="{5F744F63-9979-465E-90D6-A3A04D40AFF6}" dt="2025-03-06T05:17:20.787" v="3019" actId="2696"/>
        <pc:sldMkLst>
          <pc:docMk/>
          <pc:sldMk cId="1952100319" sldId="2147482399"/>
        </pc:sldMkLst>
      </pc:sldChg>
      <pc:sldChg chg="add del">
        <pc:chgData name="Linson V V" userId="075c4cc9-6382-4686-add6-593eb1d48ee5" providerId="ADAL" clId="{5F744F63-9979-465E-90D6-A3A04D40AFF6}" dt="2025-03-06T07:26:40.797" v="4704" actId="47"/>
        <pc:sldMkLst>
          <pc:docMk/>
          <pc:sldMk cId="2903302445" sldId="2147482399"/>
        </pc:sldMkLst>
      </pc:sldChg>
      <pc:sldChg chg="new del">
        <pc:chgData name="Linson V V" userId="075c4cc9-6382-4686-add6-593eb1d48ee5" providerId="ADAL" clId="{5F744F63-9979-465E-90D6-A3A04D40AFF6}" dt="2025-03-07T06:09:48.683" v="8034" actId="18676"/>
        <pc:sldMkLst>
          <pc:docMk/>
          <pc:sldMk cId="1634240946" sldId="2147482400"/>
        </pc:sldMkLst>
      </pc:sldChg>
      <pc:sldChg chg="modSp add del mod">
        <pc:chgData name="Linson V V" userId="075c4cc9-6382-4686-add6-593eb1d48ee5" providerId="ADAL" clId="{5F744F63-9979-465E-90D6-A3A04D40AFF6}" dt="2025-03-07T06:09:48.683" v="8034" actId="18676"/>
        <pc:sldMkLst>
          <pc:docMk/>
          <pc:sldMk cId="3032272613" sldId="2147482401"/>
        </pc:sldMkLst>
      </pc:sldChg>
      <pc:sldChg chg="addSp delSp modSp new add del mod ord modClrScheme modShow chgLayout">
        <pc:chgData name="Linson V V" userId="075c4cc9-6382-4686-add6-593eb1d48ee5" providerId="ADAL" clId="{5F744F63-9979-465E-90D6-A3A04D40AFF6}" dt="2025-03-07T16:33:50.166" v="10967" actId="729"/>
        <pc:sldMkLst>
          <pc:docMk/>
          <pc:sldMk cId="2402176" sldId="2147482402"/>
        </pc:sldMkLst>
        <pc:spChg chg="add del mod ord">
          <ac:chgData name="Linson V V" userId="075c4cc9-6382-4686-add6-593eb1d48ee5" providerId="ADAL" clId="{5F744F63-9979-465E-90D6-A3A04D40AFF6}" dt="2025-03-07T16:33:42.540" v="10966" actId="700"/>
          <ac:spMkLst>
            <pc:docMk/>
            <pc:sldMk cId="2402176" sldId="2147482402"/>
            <ac:spMk id="2" creationId="{48AE6489-4D05-458B-A20B-2B9FAF0F7B28}"/>
          </ac:spMkLst>
        </pc:spChg>
        <pc:spChg chg="add del mod">
          <ac:chgData name="Linson V V" userId="075c4cc9-6382-4686-add6-593eb1d48ee5" providerId="ADAL" clId="{5F744F63-9979-465E-90D6-A3A04D40AFF6}" dt="2025-03-07T03:05:35.712" v="5929" actId="21"/>
          <ac:spMkLst>
            <pc:docMk/>
            <pc:sldMk cId="2402176" sldId="2147482402"/>
            <ac:spMk id="10" creationId="{869771DA-56D4-42A3-AD38-360D414C2E24}"/>
          </ac:spMkLst>
        </pc:spChg>
        <pc:spChg chg="add mod">
          <ac:chgData name="Linson V V" userId="075c4cc9-6382-4686-add6-593eb1d48ee5" providerId="ADAL" clId="{5F744F63-9979-465E-90D6-A3A04D40AFF6}" dt="2025-03-07T06:44:45.070" v="8249" actId="1076"/>
          <ac:spMkLst>
            <pc:docMk/>
            <pc:sldMk cId="2402176" sldId="2147482402"/>
            <ac:spMk id="11" creationId="{0985BB6B-AD2D-4571-B3FC-50CAD7FC9DD8}"/>
          </ac:spMkLst>
        </pc:spChg>
        <pc:spChg chg="add del mod">
          <ac:chgData name="Linson V V" userId="075c4cc9-6382-4686-add6-593eb1d48ee5" providerId="ADAL" clId="{5F744F63-9979-465E-90D6-A3A04D40AFF6}" dt="2025-03-07T06:44:36.589" v="8246" actId="14100"/>
          <ac:spMkLst>
            <pc:docMk/>
            <pc:sldMk cId="2402176" sldId="2147482402"/>
            <ac:spMk id="12" creationId="{AFB826A6-5A8B-4DFC-BCA6-0B41F9414348}"/>
          </ac:spMkLst>
        </pc:spChg>
        <pc:spChg chg="add del mod">
          <ac:chgData name="Linson V V" userId="075c4cc9-6382-4686-add6-593eb1d48ee5" providerId="ADAL" clId="{5F744F63-9979-465E-90D6-A3A04D40AFF6}" dt="2025-03-07T06:44:38.854" v="8247" actId="1076"/>
          <ac:spMkLst>
            <pc:docMk/>
            <pc:sldMk cId="2402176" sldId="2147482402"/>
            <ac:spMk id="13" creationId="{36327518-CA21-4EFD-99E4-27DC96545F19}"/>
          </ac:spMkLst>
        </pc:spChg>
        <pc:picChg chg="add del mod ord topLvl modCrop">
          <ac:chgData name="Linson V V" userId="075c4cc9-6382-4686-add6-593eb1d48ee5" providerId="ADAL" clId="{5F744F63-9979-465E-90D6-A3A04D40AFF6}" dt="2025-03-05T08:35:03.648" v="2292" actId="1076"/>
          <ac:picMkLst>
            <pc:docMk/>
            <pc:sldMk cId="2402176" sldId="2147482402"/>
            <ac:picMk id="4" creationId="{8A7E66A9-B57B-4D02-B779-0CD132AD7E8B}"/>
          </ac:picMkLst>
        </pc:picChg>
        <pc:picChg chg="add del mod ord topLvl modCrop">
          <ac:chgData name="Linson V V" userId="075c4cc9-6382-4686-add6-593eb1d48ee5" providerId="ADAL" clId="{5F744F63-9979-465E-90D6-A3A04D40AFF6}" dt="2025-03-05T08:37:48.328" v="2308" actId="1038"/>
          <ac:picMkLst>
            <pc:docMk/>
            <pc:sldMk cId="2402176" sldId="2147482402"/>
            <ac:picMk id="6" creationId="{CD22E3AF-154F-444F-94C2-12C0D4C3D86C}"/>
          </ac:picMkLst>
        </pc:picChg>
        <pc:picChg chg="add del mod ord topLvl modCrop">
          <ac:chgData name="Linson V V" userId="075c4cc9-6382-4686-add6-593eb1d48ee5" providerId="ADAL" clId="{5F744F63-9979-465E-90D6-A3A04D40AFF6}" dt="2025-03-05T08:37:52.785" v="2312" actId="1036"/>
          <ac:picMkLst>
            <pc:docMk/>
            <pc:sldMk cId="2402176" sldId="2147482402"/>
            <ac:picMk id="8" creationId="{7E0509D5-C296-4BEB-97D2-DF2FF4423017}"/>
          </ac:picMkLst>
        </pc:picChg>
      </pc:sldChg>
      <pc:sldChg chg="addSp delSp modSp add del mod ord">
        <pc:chgData name="Linson V V" userId="075c4cc9-6382-4686-add6-593eb1d48ee5" providerId="ADAL" clId="{5F744F63-9979-465E-90D6-A3A04D40AFF6}" dt="2025-03-06T08:47:31.455" v="5287" actId="47"/>
        <pc:sldMkLst>
          <pc:docMk/>
          <pc:sldMk cId="3862715775" sldId="2147482403"/>
        </pc:sldMkLst>
      </pc:sldChg>
      <pc:sldChg chg="add del ord">
        <pc:chgData name="Linson V V" userId="075c4cc9-6382-4686-add6-593eb1d48ee5" providerId="ADAL" clId="{5F744F63-9979-465E-90D6-A3A04D40AFF6}" dt="2025-03-07T10:10:40.981" v="9926" actId="47"/>
        <pc:sldMkLst>
          <pc:docMk/>
          <pc:sldMk cId="3370008939" sldId="2147482404"/>
        </pc:sldMkLst>
      </pc:sldChg>
      <pc:sldChg chg="addSp modSp mod ord">
        <pc:chgData name="Linson V V" userId="075c4cc9-6382-4686-add6-593eb1d48ee5" providerId="ADAL" clId="{5F744F63-9979-465E-90D6-A3A04D40AFF6}" dt="2025-03-07T10:08:57.702" v="9925" actId="20577"/>
        <pc:sldMkLst>
          <pc:docMk/>
          <pc:sldMk cId="2662158735" sldId="2147482405"/>
        </pc:sldMkLst>
        <pc:spChg chg="mod">
          <ac:chgData name="Linson V V" userId="075c4cc9-6382-4686-add6-593eb1d48ee5" providerId="ADAL" clId="{5F744F63-9979-465E-90D6-A3A04D40AFF6}" dt="2025-03-07T10:08:57.702" v="9925" actId="20577"/>
          <ac:spMkLst>
            <pc:docMk/>
            <pc:sldMk cId="2662158735" sldId="2147482405"/>
            <ac:spMk id="4" creationId="{95984E14-D29E-BDE0-588A-622943449B02}"/>
          </ac:spMkLst>
        </pc:spChg>
        <pc:spChg chg="mod">
          <ac:chgData name="Linson V V" userId="075c4cc9-6382-4686-add6-593eb1d48ee5" providerId="ADAL" clId="{5F744F63-9979-465E-90D6-A3A04D40AFF6}" dt="2025-03-06T03:17:31.475" v="2694" actId="1076"/>
          <ac:spMkLst>
            <pc:docMk/>
            <pc:sldMk cId="2662158735" sldId="2147482405"/>
            <ac:spMk id="6" creationId="{7BF42FAD-A3E4-6E67-3667-13EA251FCF80}"/>
          </ac:spMkLst>
        </pc:spChg>
        <pc:spChg chg="add mod">
          <ac:chgData name="Linson V V" userId="075c4cc9-6382-4686-add6-593eb1d48ee5" providerId="ADAL" clId="{5F744F63-9979-465E-90D6-A3A04D40AFF6}" dt="2025-03-06T03:17:31.475" v="2694" actId="1076"/>
          <ac:spMkLst>
            <pc:docMk/>
            <pc:sldMk cId="2662158735" sldId="2147482405"/>
            <ac:spMk id="12" creationId="{EEAB5392-1921-40BA-A6E7-A7C537BBEC7B}"/>
          </ac:spMkLst>
        </pc:spChg>
        <pc:spChg chg="add mod">
          <ac:chgData name="Linson V V" userId="075c4cc9-6382-4686-add6-593eb1d48ee5" providerId="ADAL" clId="{5F744F63-9979-465E-90D6-A3A04D40AFF6}" dt="2025-03-06T03:17:31.475" v="2694" actId="1076"/>
          <ac:spMkLst>
            <pc:docMk/>
            <pc:sldMk cId="2662158735" sldId="2147482405"/>
            <ac:spMk id="13" creationId="{B9B633AC-97F5-4CFE-83BD-F57EDC1AE7D7}"/>
          </ac:spMkLst>
        </pc:spChg>
        <pc:spChg chg="mod">
          <ac:chgData name="Linson V V" userId="075c4cc9-6382-4686-add6-593eb1d48ee5" providerId="ADAL" clId="{5F744F63-9979-465E-90D6-A3A04D40AFF6}" dt="2025-03-06T03:17:37.829" v="2695" actId="1076"/>
          <ac:spMkLst>
            <pc:docMk/>
            <pc:sldMk cId="2662158735" sldId="2147482405"/>
            <ac:spMk id="18" creationId="{7911D6C1-DD78-1252-0CE7-B7A0AB26445F}"/>
          </ac:spMkLst>
        </pc:spChg>
        <pc:spChg chg="mod">
          <ac:chgData name="Linson V V" userId="075c4cc9-6382-4686-add6-593eb1d48ee5" providerId="ADAL" clId="{5F744F63-9979-465E-90D6-A3A04D40AFF6}" dt="2025-03-06T03:17:31.475" v="2694" actId="1076"/>
          <ac:spMkLst>
            <pc:docMk/>
            <pc:sldMk cId="2662158735" sldId="2147482405"/>
            <ac:spMk id="20" creationId="{F320F6F2-09BF-30FB-A9EB-175E817E219A}"/>
          </ac:spMkLst>
        </pc:spChg>
        <pc:spChg chg="mod">
          <ac:chgData name="Linson V V" userId="075c4cc9-6382-4686-add6-593eb1d48ee5" providerId="ADAL" clId="{5F744F63-9979-465E-90D6-A3A04D40AFF6}" dt="2025-03-06T03:17:31.475" v="2694" actId="1076"/>
          <ac:spMkLst>
            <pc:docMk/>
            <pc:sldMk cId="2662158735" sldId="2147482405"/>
            <ac:spMk id="21" creationId="{17E0BC61-0061-FCC4-F63C-90FD477A9992}"/>
          </ac:spMkLst>
        </pc:spChg>
        <pc:spChg chg="mod">
          <ac:chgData name="Linson V V" userId="075c4cc9-6382-4686-add6-593eb1d48ee5" providerId="ADAL" clId="{5F744F63-9979-465E-90D6-A3A04D40AFF6}" dt="2025-03-06T03:17:31.475" v="2694" actId="1076"/>
          <ac:spMkLst>
            <pc:docMk/>
            <pc:sldMk cId="2662158735" sldId="2147482405"/>
            <ac:spMk id="23" creationId="{FA24D5BD-F84F-93C0-429E-3C25F214850B}"/>
          </ac:spMkLst>
        </pc:spChg>
        <pc:grpChg chg="mod">
          <ac:chgData name="Linson V V" userId="075c4cc9-6382-4686-add6-593eb1d48ee5" providerId="ADAL" clId="{5F744F63-9979-465E-90D6-A3A04D40AFF6}" dt="2025-03-06T03:17:31.475" v="2694" actId="1076"/>
          <ac:grpSpMkLst>
            <pc:docMk/>
            <pc:sldMk cId="2662158735" sldId="2147482405"/>
            <ac:grpSpMk id="9" creationId="{26C9A767-A796-3421-E70D-B41E25A688D4}"/>
          </ac:grpSpMkLst>
        </pc:grpChg>
      </pc:sldChg>
      <pc:sldChg chg="add">
        <pc:chgData name="Linson V V" userId="075c4cc9-6382-4686-add6-593eb1d48ee5" providerId="ADAL" clId="{5F744F63-9979-465E-90D6-A3A04D40AFF6}" dt="2025-03-05T11:10:27.518" v="2605"/>
        <pc:sldMkLst>
          <pc:docMk/>
          <pc:sldMk cId="2051806840" sldId="2147482406"/>
        </pc:sldMkLst>
      </pc:sldChg>
      <pc:sldChg chg="add">
        <pc:chgData name="Linson V V" userId="075c4cc9-6382-4686-add6-593eb1d48ee5" providerId="ADAL" clId="{5F744F63-9979-465E-90D6-A3A04D40AFF6}" dt="2025-03-05T11:10:27.518" v="2605"/>
        <pc:sldMkLst>
          <pc:docMk/>
          <pc:sldMk cId="3172947198" sldId="2147482407"/>
        </pc:sldMkLst>
      </pc:sldChg>
      <pc:sldChg chg="addSp delSp modSp new mod modClrScheme modShow chgLayout">
        <pc:chgData name="Linson V V" userId="075c4cc9-6382-4686-add6-593eb1d48ee5" providerId="ADAL" clId="{5F744F63-9979-465E-90D6-A3A04D40AFF6}" dt="2025-03-07T16:33:50.166" v="10967" actId="729"/>
        <pc:sldMkLst>
          <pc:docMk/>
          <pc:sldMk cId="3716128500" sldId="2147482408"/>
        </pc:sldMkLst>
        <pc:spChg chg="mod ord">
          <ac:chgData name="Linson V V" userId="075c4cc9-6382-4686-add6-593eb1d48ee5" providerId="ADAL" clId="{5F744F63-9979-465E-90D6-A3A04D40AFF6}" dt="2025-03-07T16:33:42.540" v="10966" actId="700"/>
          <ac:spMkLst>
            <pc:docMk/>
            <pc:sldMk cId="3716128500" sldId="2147482408"/>
            <ac:spMk id="2" creationId="{8F43E9B6-FF09-43D5-B705-2590F0599E19}"/>
          </ac:spMkLst>
        </pc:spChg>
        <pc:spChg chg="add mod">
          <ac:chgData name="Linson V V" userId="075c4cc9-6382-4686-add6-593eb1d48ee5" providerId="ADAL" clId="{5F744F63-9979-465E-90D6-A3A04D40AFF6}" dt="2025-03-07T16:04:17.582" v="10533" actId="1076"/>
          <ac:spMkLst>
            <pc:docMk/>
            <pc:sldMk cId="3716128500" sldId="2147482408"/>
            <ac:spMk id="7" creationId="{0C585183-BC4F-4AC6-9626-C7DD872D3C41}"/>
          </ac:spMkLst>
        </pc:spChg>
        <pc:spChg chg="add mod">
          <ac:chgData name="Linson V V" userId="075c4cc9-6382-4686-add6-593eb1d48ee5" providerId="ADAL" clId="{5F744F63-9979-465E-90D6-A3A04D40AFF6}" dt="2025-03-07T16:04:17.582" v="10533" actId="1076"/>
          <ac:spMkLst>
            <pc:docMk/>
            <pc:sldMk cId="3716128500" sldId="2147482408"/>
            <ac:spMk id="8" creationId="{8742F431-03EF-49FF-88B7-FB99AE3AE2B9}"/>
          </ac:spMkLst>
        </pc:spChg>
        <pc:spChg chg="add del mod">
          <ac:chgData name="Linson V V" userId="075c4cc9-6382-4686-add6-593eb1d48ee5" providerId="ADAL" clId="{5F744F63-9979-465E-90D6-A3A04D40AFF6}" dt="2025-03-07T16:04:45.495" v="10537" actId="207"/>
          <ac:spMkLst>
            <pc:docMk/>
            <pc:sldMk cId="3716128500" sldId="2147482408"/>
            <ac:spMk id="16" creationId="{E39A6573-5093-4EB8-AC12-B76A098FBC59}"/>
          </ac:spMkLst>
        </pc:spChg>
        <pc:picChg chg="add mod modCrop">
          <ac:chgData name="Linson V V" userId="075c4cc9-6382-4686-add6-593eb1d48ee5" providerId="ADAL" clId="{5F744F63-9979-465E-90D6-A3A04D40AFF6}" dt="2025-03-07T16:04:17.582" v="10533" actId="1076"/>
          <ac:picMkLst>
            <pc:docMk/>
            <pc:sldMk cId="3716128500" sldId="2147482408"/>
            <ac:picMk id="5" creationId="{5C3348D3-8241-4C2B-BE4D-1895C680F8AD}"/>
          </ac:picMkLst>
        </pc:picChg>
      </pc:sldChg>
      <pc:sldChg chg="add del mod modShow">
        <pc:chgData name="Linson V V" userId="075c4cc9-6382-4686-add6-593eb1d48ee5" providerId="ADAL" clId="{5F744F63-9979-465E-90D6-A3A04D40AFF6}" dt="2025-03-07T07:02:42.125" v="8506" actId="47"/>
        <pc:sldMkLst>
          <pc:docMk/>
          <pc:sldMk cId="4196204648" sldId="2147482409"/>
        </pc:sldMkLst>
      </pc:sldChg>
      <pc:sldChg chg="modSp add del mod modShow">
        <pc:chgData name="Linson V V" userId="075c4cc9-6382-4686-add6-593eb1d48ee5" providerId="ADAL" clId="{5F744F63-9979-465E-90D6-A3A04D40AFF6}" dt="2025-03-07T07:03:13.599" v="8507" actId="47"/>
        <pc:sldMkLst>
          <pc:docMk/>
          <pc:sldMk cId="32894914" sldId="2147482410"/>
        </pc:sldMkLst>
      </pc:sldChg>
      <pc:sldChg chg="modSp mod ord">
        <pc:chgData name="Linson V V" userId="075c4cc9-6382-4686-add6-593eb1d48ee5" providerId="ADAL" clId="{5F744F63-9979-465E-90D6-A3A04D40AFF6}" dt="2025-03-07T10:38:39.831" v="10004" actId="20577"/>
        <pc:sldMkLst>
          <pc:docMk/>
          <pc:sldMk cId="3122939505" sldId="2147482411"/>
        </pc:sldMkLst>
        <pc:spChg chg="mod">
          <ac:chgData name="Linson V V" userId="075c4cc9-6382-4686-add6-593eb1d48ee5" providerId="ADAL" clId="{5F744F63-9979-465E-90D6-A3A04D40AFF6}" dt="2025-03-07T10:38:39.831" v="10004" actId="20577"/>
          <ac:spMkLst>
            <pc:docMk/>
            <pc:sldMk cId="3122939505" sldId="2147482411"/>
            <ac:spMk id="7" creationId="{776105AA-A7B7-8F89-2B18-05EBFFE3F475}"/>
          </ac:spMkLst>
        </pc:spChg>
      </pc:sldChg>
      <pc:sldChg chg="modSp del mod">
        <pc:chgData name="Linson V V" userId="075c4cc9-6382-4686-add6-593eb1d48ee5" providerId="ADAL" clId="{5F744F63-9979-465E-90D6-A3A04D40AFF6}" dt="2025-03-07T06:09:43.071" v="8033" actId="47"/>
        <pc:sldMkLst>
          <pc:docMk/>
          <pc:sldMk cId="4036353780" sldId="2147482412"/>
        </pc:sldMkLst>
      </pc:sldChg>
      <pc:sldChg chg="addSp delSp modSp new mod">
        <pc:chgData name="Linson V V" userId="075c4cc9-6382-4686-add6-593eb1d48ee5" providerId="ADAL" clId="{5F744F63-9979-465E-90D6-A3A04D40AFF6}" dt="2025-03-07T08:20:28.703" v="8939" actId="403"/>
        <pc:sldMkLst>
          <pc:docMk/>
          <pc:sldMk cId="1575351105" sldId="2147482413"/>
        </pc:sldMkLst>
      </pc:sldChg>
      <pc:sldChg chg="addSp delSp modSp new mod">
        <pc:chgData name="Linson V V" userId="075c4cc9-6382-4686-add6-593eb1d48ee5" providerId="ADAL" clId="{5F744F63-9979-465E-90D6-A3A04D40AFF6}" dt="2025-03-07T16:51:29.690" v="11006" actId="1076"/>
        <pc:sldMkLst>
          <pc:docMk/>
          <pc:sldMk cId="80129155" sldId="2147482414"/>
        </pc:sldMkLst>
        <pc:spChg chg="mod">
          <ac:chgData name="Linson V V" userId="075c4cc9-6382-4686-add6-593eb1d48ee5" providerId="ADAL" clId="{5F744F63-9979-465E-90D6-A3A04D40AFF6}" dt="2025-03-07T10:11:33.778" v="9954" actId="114"/>
          <ac:spMkLst>
            <pc:docMk/>
            <pc:sldMk cId="80129155" sldId="2147482414"/>
            <ac:spMk id="2" creationId="{CD4636AF-C9EA-40F0-A0BE-94040B68639B}"/>
          </ac:spMkLst>
        </pc:spChg>
        <pc:spChg chg="mod">
          <ac:chgData name="Linson V V" userId="075c4cc9-6382-4686-add6-593eb1d48ee5" providerId="ADAL" clId="{5F744F63-9979-465E-90D6-A3A04D40AFF6}" dt="2025-03-07T11:15:11.158" v="10342" actId="552"/>
          <ac:spMkLst>
            <pc:docMk/>
            <pc:sldMk cId="80129155" sldId="2147482414"/>
            <ac:spMk id="4" creationId="{191A8622-C883-2263-1A55-E5C6AF050A0D}"/>
          </ac:spMkLst>
        </pc:spChg>
        <pc:spChg chg="mod">
          <ac:chgData name="Linson V V" userId="075c4cc9-6382-4686-add6-593eb1d48ee5" providerId="ADAL" clId="{5F744F63-9979-465E-90D6-A3A04D40AFF6}" dt="2025-03-07T07:06:12.224" v="8531" actId="1076"/>
          <ac:spMkLst>
            <pc:docMk/>
            <pc:sldMk cId="80129155" sldId="2147482414"/>
            <ac:spMk id="5" creationId="{834942B6-ADED-BB68-22B8-8EDBDD456CEE}"/>
          </ac:spMkLst>
        </pc:spChg>
        <pc:spChg chg="mod">
          <ac:chgData name="Linson V V" userId="075c4cc9-6382-4686-add6-593eb1d48ee5" providerId="ADAL" clId="{5F744F63-9979-465E-90D6-A3A04D40AFF6}" dt="2025-03-07T11:15:11.158" v="10342" actId="552"/>
          <ac:spMkLst>
            <pc:docMk/>
            <pc:sldMk cId="80129155" sldId="2147482414"/>
            <ac:spMk id="6" creationId="{A2D01CC0-6435-3E06-AA00-F908836C8C68}"/>
          </ac:spMkLst>
        </pc:spChg>
        <pc:spChg chg="mod">
          <ac:chgData name="Linson V V" userId="075c4cc9-6382-4686-add6-593eb1d48ee5" providerId="ADAL" clId="{5F744F63-9979-465E-90D6-A3A04D40AFF6}" dt="2025-03-07T10:15:24.427" v="9998" actId="20577"/>
          <ac:spMkLst>
            <pc:docMk/>
            <pc:sldMk cId="80129155" sldId="2147482414"/>
            <ac:spMk id="8" creationId="{DC906B82-4035-F175-37A6-D9E9B7D7E29D}"/>
          </ac:spMkLst>
        </pc:spChg>
        <pc:spChg chg="add mod">
          <ac:chgData name="Linson V V" userId="075c4cc9-6382-4686-add6-593eb1d48ee5" providerId="ADAL" clId="{5F744F63-9979-465E-90D6-A3A04D40AFF6}" dt="2025-03-07T03:11:48.585" v="6021" actId="14100"/>
          <ac:spMkLst>
            <pc:docMk/>
            <pc:sldMk cId="80129155" sldId="2147482414"/>
            <ac:spMk id="12" creationId="{C07E389C-D7E4-4DB5-81E1-C8BC255DB7EF}"/>
          </ac:spMkLst>
        </pc:spChg>
        <pc:spChg chg="add mod">
          <ac:chgData name="Linson V V" userId="075c4cc9-6382-4686-add6-593eb1d48ee5" providerId="ADAL" clId="{5F744F63-9979-465E-90D6-A3A04D40AFF6}" dt="2025-03-07T03:11:54.761" v="6023" actId="1076"/>
          <ac:spMkLst>
            <pc:docMk/>
            <pc:sldMk cId="80129155" sldId="2147482414"/>
            <ac:spMk id="14" creationId="{C5F3DE34-E7D1-4600-8F78-1A6DAC51F4BC}"/>
          </ac:spMkLst>
        </pc:spChg>
        <pc:spChg chg="add mod">
          <ac:chgData name="Linson V V" userId="075c4cc9-6382-4686-add6-593eb1d48ee5" providerId="ADAL" clId="{5F744F63-9979-465E-90D6-A3A04D40AFF6}" dt="2025-03-07T16:51:26.827" v="11005" actId="1076"/>
          <ac:spMkLst>
            <pc:docMk/>
            <pc:sldMk cId="80129155" sldId="2147482414"/>
            <ac:spMk id="17" creationId="{30EFEA7E-1958-4371-923D-77DA834183FF}"/>
          </ac:spMkLst>
        </pc:spChg>
        <pc:spChg chg="add mod">
          <ac:chgData name="Linson V V" userId="075c4cc9-6382-4686-add6-593eb1d48ee5" providerId="ADAL" clId="{5F744F63-9979-465E-90D6-A3A04D40AFF6}" dt="2025-03-07T07:05:00.499" v="8518" actId="12789"/>
          <ac:spMkLst>
            <pc:docMk/>
            <pc:sldMk cId="80129155" sldId="2147482414"/>
            <ac:spMk id="18" creationId="{EEBC3508-5CCE-4D37-B186-1AA0BA856227}"/>
          </ac:spMkLst>
        </pc:spChg>
        <pc:spChg chg="add mod">
          <ac:chgData name="Linson V V" userId="075c4cc9-6382-4686-add6-593eb1d48ee5" providerId="ADAL" clId="{5F744F63-9979-465E-90D6-A3A04D40AFF6}" dt="2025-03-07T07:05:20.536" v="8522" actId="1076"/>
          <ac:spMkLst>
            <pc:docMk/>
            <pc:sldMk cId="80129155" sldId="2147482414"/>
            <ac:spMk id="19" creationId="{1EA61189-70DC-4F23-BDA7-7E99069385DF}"/>
          </ac:spMkLst>
        </pc:spChg>
        <pc:spChg chg="add mod">
          <ac:chgData name="Linson V V" userId="075c4cc9-6382-4686-add6-593eb1d48ee5" providerId="ADAL" clId="{5F744F63-9979-465E-90D6-A3A04D40AFF6}" dt="2025-03-07T10:11:54.242" v="9955" actId="14100"/>
          <ac:spMkLst>
            <pc:docMk/>
            <pc:sldMk cId="80129155" sldId="2147482414"/>
            <ac:spMk id="20" creationId="{C38653BE-B9B2-44E6-9241-41A8F8B329B7}"/>
          </ac:spMkLst>
        </pc:spChg>
        <pc:spChg chg="add mod">
          <ac:chgData name="Linson V V" userId="075c4cc9-6382-4686-add6-593eb1d48ee5" providerId="ADAL" clId="{5F744F63-9979-465E-90D6-A3A04D40AFF6}" dt="2025-03-07T03:13:07.897" v="6043" actId="14100"/>
          <ac:spMkLst>
            <pc:docMk/>
            <pc:sldMk cId="80129155" sldId="2147482414"/>
            <ac:spMk id="21" creationId="{4B0F2EAB-C21A-4DDE-881B-DA64ED567936}"/>
          </ac:spMkLst>
        </pc:spChg>
        <pc:spChg chg="add mod">
          <ac:chgData name="Linson V V" userId="075c4cc9-6382-4686-add6-593eb1d48ee5" providerId="ADAL" clId="{5F744F63-9979-465E-90D6-A3A04D40AFF6}" dt="2025-03-07T03:13:15.301" v="6045"/>
          <ac:spMkLst>
            <pc:docMk/>
            <pc:sldMk cId="80129155" sldId="2147482414"/>
            <ac:spMk id="22" creationId="{762E7D2B-4D75-42E1-A38D-AC1314134BF1}"/>
          </ac:spMkLst>
        </pc:spChg>
        <pc:spChg chg="add mod">
          <ac:chgData name="Linson V V" userId="075c4cc9-6382-4686-add6-593eb1d48ee5" providerId="ADAL" clId="{5F744F63-9979-465E-90D6-A3A04D40AFF6}" dt="2025-03-07T11:15:05.452" v="10341" actId="552"/>
          <ac:spMkLst>
            <pc:docMk/>
            <pc:sldMk cId="80129155" sldId="2147482414"/>
            <ac:spMk id="23" creationId="{A933AB84-69A8-4E51-A1B1-E91FBD9507F9}"/>
          </ac:spMkLst>
        </pc:spChg>
        <pc:spChg chg="add mod">
          <ac:chgData name="Linson V V" userId="075c4cc9-6382-4686-add6-593eb1d48ee5" providerId="ADAL" clId="{5F744F63-9979-465E-90D6-A3A04D40AFF6}" dt="2025-03-07T07:05:20.536" v="8522" actId="1076"/>
          <ac:spMkLst>
            <pc:docMk/>
            <pc:sldMk cId="80129155" sldId="2147482414"/>
            <ac:spMk id="24" creationId="{8B6FFB3C-2196-46E4-BC66-5C935055A1B7}"/>
          </ac:spMkLst>
        </pc:spChg>
        <pc:spChg chg="mod">
          <ac:chgData name="Linson V V" userId="075c4cc9-6382-4686-add6-593eb1d48ee5" providerId="ADAL" clId="{5F744F63-9979-465E-90D6-A3A04D40AFF6}" dt="2025-03-07T10:15:42.779" v="10000" actId="20577"/>
          <ac:spMkLst>
            <pc:docMk/>
            <pc:sldMk cId="80129155" sldId="2147482414"/>
            <ac:spMk id="25" creationId="{B212DF73-2B5D-2747-B514-7EAFA1BB63F8}"/>
          </ac:spMkLst>
        </pc:spChg>
        <pc:spChg chg="mod">
          <ac:chgData name="Linson V V" userId="075c4cc9-6382-4686-add6-593eb1d48ee5" providerId="ADAL" clId="{5F744F63-9979-465E-90D6-A3A04D40AFF6}" dt="2025-03-07T07:06:36.640" v="8539" actId="14100"/>
          <ac:spMkLst>
            <pc:docMk/>
            <pc:sldMk cId="80129155" sldId="2147482414"/>
            <ac:spMk id="26" creationId="{232C3387-C003-E99A-C846-E96F5FBCA6AD}"/>
          </ac:spMkLst>
        </pc:spChg>
        <pc:spChg chg="add mod">
          <ac:chgData name="Linson V V" userId="075c4cc9-6382-4686-add6-593eb1d48ee5" providerId="ADAL" clId="{5F744F63-9979-465E-90D6-A3A04D40AFF6}" dt="2025-03-07T07:06:12.224" v="8531" actId="1076"/>
          <ac:spMkLst>
            <pc:docMk/>
            <pc:sldMk cId="80129155" sldId="2147482414"/>
            <ac:spMk id="29" creationId="{98121BC7-9B87-46AF-BE8B-96B633864F2A}"/>
          </ac:spMkLst>
        </pc:spChg>
        <pc:spChg chg="add mod">
          <ac:chgData name="Linson V V" userId="075c4cc9-6382-4686-add6-593eb1d48ee5" providerId="ADAL" clId="{5F744F63-9979-465E-90D6-A3A04D40AFF6}" dt="2025-03-07T16:51:29.690" v="11006" actId="1076"/>
          <ac:spMkLst>
            <pc:docMk/>
            <pc:sldMk cId="80129155" sldId="2147482414"/>
            <ac:spMk id="30" creationId="{29274614-C38A-4F19-83E6-02FFE35E72EB}"/>
          </ac:spMkLst>
        </pc:spChg>
        <pc:graphicFrameChg chg="mod modGraphic">
          <ac:chgData name="Linson V V" userId="075c4cc9-6382-4686-add6-593eb1d48ee5" providerId="ADAL" clId="{5F744F63-9979-465E-90D6-A3A04D40AFF6}" dt="2025-03-07T07:06:20.272" v="8535" actId="1076"/>
          <ac:graphicFrameMkLst>
            <pc:docMk/>
            <pc:sldMk cId="80129155" sldId="2147482414"/>
            <ac:graphicFrameMk id="13" creationId="{86296070-D0C2-A3E4-272D-7947AF7F6721}"/>
          </ac:graphicFrameMkLst>
        </pc:graphicFrameChg>
      </pc:sldChg>
      <pc:sldChg chg="modSp new del mod">
        <pc:chgData name="Linson V V" userId="075c4cc9-6382-4686-add6-593eb1d48ee5" providerId="ADAL" clId="{5F744F63-9979-465E-90D6-A3A04D40AFF6}" dt="2025-03-06T09:21:30.733" v="5360" actId="47"/>
        <pc:sldMkLst>
          <pc:docMk/>
          <pc:sldMk cId="1553177971" sldId="2147482416"/>
        </pc:sldMkLst>
      </pc:sldChg>
      <pc:sldChg chg="modSp add mod">
        <pc:chgData name="Linson V V" userId="075c4cc9-6382-4686-add6-593eb1d48ee5" providerId="ADAL" clId="{5F744F63-9979-465E-90D6-A3A04D40AFF6}" dt="2025-03-07T16:30:13.799" v="10946" actId="20577"/>
        <pc:sldMkLst>
          <pc:docMk/>
          <pc:sldMk cId="1161870450" sldId="2147482417"/>
        </pc:sldMkLst>
        <pc:spChg chg="mod">
          <ac:chgData name="Linson V V" userId="075c4cc9-6382-4686-add6-593eb1d48ee5" providerId="ADAL" clId="{5F744F63-9979-465E-90D6-A3A04D40AFF6}" dt="2025-03-07T16:30:00.905" v="10943" actId="20577"/>
          <ac:spMkLst>
            <pc:docMk/>
            <pc:sldMk cId="1161870450" sldId="2147482417"/>
            <ac:spMk id="2" creationId="{D5601349-BB2D-42D2-A2CD-25008E8CBBFC}"/>
          </ac:spMkLst>
        </pc:spChg>
        <pc:spChg chg="mod">
          <ac:chgData name="Linson V V" userId="075c4cc9-6382-4686-add6-593eb1d48ee5" providerId="ADAL" clId="{5F744F63-9979-465E-90D6-A3A04D40AFF6}" dt="2025-03-07T16:30:13.799" v="10946" actId="20577"/>
          <ac:spMkLst>
            <pc:docMk/>
            <pc:sldMk cId="1161870450" sldId="2147482417"/>
            <ac:spMk id="3" creationId="{600DB42A-50C2-57BF-8CAA-C68D8E46AFEC}"/>
          </ac:spMkLst>
        </pc:spChg>
      </pc:sldChg>
      <pc:sldChg chg="add del">
        <pc:chgData name="Linson V V" userId="075c4cc9-6382-4686-add6-593eb1d48ee5" providerId="ADAL" clId="{5F744F63-9979-465E-90D6-A3A04D40AFF6}" dt="2025-03-06T08:56:55.038" v="5336" actId="2696"/>
        <pc:sldMkLst>
          <pc:docMk/>
          <pc:sldMk cId="1550402899" sldId="2147482417"/>
        </pc:sldMkLst>
      </pc:sldChg>
      <pc:sldChg chg="add del">
        <pc:chgData name="Linson V V" userId="075c4cc9-6382-4686-add6-593eb1d48ee5" providerId="ADAL" clId="{5F744F63-9979-465E-90D6-A3A04D40AFF6}" dt="2025-03-07T11:16:42.691" v="10357" actId="2696"/>
        <pc:sldMkLst>
          <pc:docMk/>
          <pc:sldMk cId="2673435552" sldId="2147482417"/>
        </pc:sldMkLst>
      </pc:sldChg>
      <pc:sldChg chg="add del">
        <pc:chgData name="Linson V V" userId="075c4cc9-6382-4686-add6-593eb1d48ee5" providerId="ADAL" clId="{5F744F63-9979-465E-90D6-A3A04D40AFF6}" dt="2025-03-06T08:56:55.038" v="5336" actId="2696"/>
        <pc:sldMkLst>
          <pc:docMk/>
          <pc:sldMk cId="860392383" sldId="2147482418"/>
        </pc:sldMkLst>
      </pc:sldChg>
      <pc:sldChg chg="modSp add mod">
        <pc:chgData name="Linson V V" userId="075c4cc9-6382-4686-add6-593eb1d48ee5" providerId="ADAL" clId="{5F744F63-9979-465E-90D6-A3A04D40AFF6}" dt="2025-03-07T16:30:37.784" v="10950" actId="1076"/>
        <pc:sldMkLst>
          <pc:docMk/>
          <pc:sldMk cId="1216194789" sldId="2147482418"/>
        </pc:sldMkLst>
        <pc:spChg chg="mod">
          <ac:chgData name="Linson V V" userId="075c4cc9-6382-4686-add6-593eb1d48ee5" providerId="ADAL" clId="{5F744F63-9979-465E-90D6-A3A04D40AFF6}" dt="2025-03-07T16:30:30.029" v="10948" actId="20577"/>
          <ac:spMkLst>
            <pc:docMk/>
            <pc:sldMk cId="1216194789" sldId="2147482418"/>
            <ac:spMk id="2" creationId="{4BF5F6FE-2736-E211-7084-1081D4071332}"/>
          </ac:spMkLst>
        </pc:spChg>
        <pc:spChg chg="mod">
          <ac:chgData name="Linson V V" userId="075c4cc9-6382-4686-add6-593eb1d48ee5" providerId="ADAL" clId="{5F744F63-9979-465E-90D6-A3A04D40AFF6}" dt="2025-03-07T16:30:37.784" v="10950" actId="1076"/>
          <ac:spMkLst>
            <pc:docMk/>
            <pc:sldMk cId="1216194789" sldId="2147482418"/>
            <ac:spMk id="28" creationId="{D9B2BF2C-DE0E-5B32-7902-823D658C9D8C}"/>
          </ac:spMkLst>
        </pc:spChg>
      </pc:sldChg>
      <pc:sldChg chg="add del">
        <pc:chgData name="Linson V V" userId="075c4cc9-6382-4686-add6-593eb1d48ee5" providerId="ADAL" clId="{5F744F63-9979-465E-90D6-A3A04D40AFF6}" dt="2025-03-07T11:16:42.691" v="10357" actId="2696"/>
        <pc:sldMkLst>
          <pc:docMk/>
          <pc:sldMk cId="2363605987" sldId="2147482418"/>
        </pc:sldMkLst>
      </pc:sldChg>
      <pc:sldChg chg="add del">
        <pc:chgData name="Linson V V" userId="075c4cc9-6382-4686-add6-593eb1d48ee5" providerId="ADAL" clId="{5F744F63-9979-465E-90D6-A3A04D40AFF6}" dt="2025-03-07T11:16:42.691" v="10357" actId="2696"/>
        <pc:sldMkLst>
          <pc:docMk/>
          <pc:sldMk cId="51957424" sldId="2147482419"/>
        </pc:sldMkLst>
      </pc:sldChg>
      <pc:sldChg chg="addSp modSp add mod">
        <pc:chgData name="Linson V V" userId="075c4cc9-6382-4686-add6-593eb1d48ee5" providerId="ADAL" clId="{5F744F63-9979-465E-90D6-A3A04D40AFF6}" dt="2025-03-07T16:39:59.450" v="11002" actId="207"/>
        <pc:sldMkLst>
          <pc:docMk/>
          <pc:sldMk cId="1347631288" sldId="2147482419"/>
        </pc:sldMkLst>
        <pc:spChg chg="mod">
          <ac:chgData name="Linson V V" userId="075c4cc9-6382-4686-add6-593eb1d48ee5" providerId="ADAL" clId="{5F744F63-9979-465E-90D6-A3A04D40AFF6}" dt="2025-03-07T16:30:53.001" v="10953" actId="20577"/>
          <ac:spMkLst>
            <pc:docMk/>
            <pc:sldMk cId="1347631288" sldId="2147482419"/>
            <ac:spMk id="2" creationId="{81F10677-E7CD-5165-4BF6-E1C65CA55C93}"/>
          </ac:spMkLst>
        </pc:spChg>
        <pc:spChg chg="mod">
          <ac:chgData name="Linson V V" userId="075c4cc9-6382-4686-add6-593eb1d48ee5" providerId="ADAL" clId="{5F744F63-9979-465E-90D6-A3A04D40AFF6}" dt="2025-03-07T16:31:22.559" v="10959" actId="20577"/>
          <ac:spMkLst>
            <pc:docMk/>
            <pc:sldMk cId="1347631288" sldId="2147482419"/>
            <ac:spMk id="3" creationId="{70630FD9-4D0F-9BE4-373C-33D4A698EF32}"/>
          </ac:spMkLst>
        </pc:spChg>
        <pc:spChg chg="add mod">
          <ac:chgData name="Linson V V" userId="075c4cc9-6382-4686-add6-593eb1d48ee5" providerId="ADAL" clId="{5F744F63-9979-465E-90D6-A3A04D40AFF6}" dt="2025-03-07T16:39:59.450" v="11002" actId="207"/>
          <ac:spMkLst>
            <pc:docMk/>
            <pc:sldMk cId="1347631288" sldId="2147482419"/>
            <ac:spMk id="4" creationId="{59DBABF5-C0C4-424A-8E51-BF8F5D4D39F0}"/>
          </ac:spMkLst>
        </pc:spChg>
      </pc:sldChg>
      <pc:sldChg chg="add del">
        <pc:chgData name="Linson V V" userId="075c4cc9-6382-4686-add6-593eb1d48ee5" providerId="ADAL" clId="{5F744F63-9979-465E-90D6-A3A04D40AFF6}" dt="2025-03-06T08:56:55.038" v="5336" actId="2696"/>
        <pc:sldMkLst>
          <pc:docMk/>
          <pc:sldMk cId="2100282015" sldId="2147482419"/>
        </pc:sldMkLst>
      </pc:sldChg>
      <pc:sldChg chg="modSp add del mod">
        <pc:chgData name="Linson V V" userId="075c4cc9-6382-4686-add6-593eb1d48ee5" providerId="ADAL" clId="{5F744F63-9979-465E-90D6-A3A04D40AFF6}" dt="2025-03-06T08:57:51.238" v="5348" actId="47"/>
        <pc:sldMkLst>
          <pc:docMk/>
          <pc:sldMk cId="3675653418" sldId="2147482420"/>
        </pc:sldMkLst>
      </pc:sldChg>
      <pc:sldChg chg="addSp delSp modSp del mod">
        <pc:chgData name="Linson V V" userId="075c4cc9-6382-4686-add6-593eb1d48ee5" providerId="ADAL" clId="{5F744F63-9979-465E-90D6-A3A04D40AFF6}" dt="2025-03-07T06:00:20.411" v="7926" actId="47"/>
        <pc:sldMkLst>
          <pc:docMk/>
          <pc:sldMk cId="3678987908" sldId="2147482420"/>
        </pc:sldMkLst>
      </pc:sldChg>
      <pc:sldChg chg="addSp delSp modSp new mod modClrScheme modShow chgLayout">
        <pc:chgData name="Linson V V" userId="075c4cc9-6382-4686-add6-593eb1d48ee5" providerId="ADAL" clId="{5F744F63-9979-465E-90D6-A3A04D40AFF6}" dt="2025-03-07T16:33:50.166" v="10967" actId="729"/>
        <pc:sldMkLst>
          <pc:docMk/>
          <pc:sldMk cId="1443432593" sldId="2147482421"/>
        </pc:sldMkLst>
        <pc:spChg chg="mod ord">
          <ac:chgData name="Linson V V" userId="075c4cc9-6382-4686-add6-593eb1d48ee5" providerId="ADAL" clId="{5F744F63-9979-465E-90D6-A3A04D40AFF6}" dt="2025-03-07T16:33:42.540" v="10966" actId="700"/>
          <ac:spMkLst>
            <pc:docMk/>
            <pc:sldMk cId="1443432593" sldId="2147482421"/>
            <ac:spMk id="2" creationId="{DD043EE6-B46D-4037-830A-6C1C517464DF}"/>
          </ac:spMkLst>
        </pc:spChg>
        <pc:spChg chg="add mod">
          <ac:chgData name="Linson V V" userId="075c4cc9-6382-4686-add6-593eb1d48ee5" providerId="ADAL" clId="{5F744F63-9979-465E-90D6-A3A04D40AFF6}" dt="2025-03-07T11:22:45.707" v="10391" actId="1076"/>
          <ac:spMkLst>
            <pc:docMk/>
            <pc:sldMk cId="1443432593" sldId="2147482421"/>
            <ac:spMk id="3" creationId="{5BCFFAE4-3405-4A4E-8AC4-DAF7A3435C57}"/>
          </ac:spMkLst>
        </pc:spChg>
        <pc:spChg chg="add mod">
          <ac:chgData name="Linson V V" userId="075c4cc9-6382-4686-add6-593eb1d48ee5" providerId="ADAL" clId="{5F744F63-9979-465E-90D6-A3A04D40AFF6}" dt="2025-03-07T11:22:45.707" v="10391" actId="1076"/>
          <ac:spMkLst>
            <pc:docMk/>
            <pc:sldMk cId="1443432593" sldId="2147482421"/>
            <ac:spMk id="4" creationId="{CEA7F4D3-8B5F-4C12-B991-70EE8FD0C6A6}"/>
          </ac:spMkLst>
        </pc:spChg>
        <pc:spChg chg="mod">
          <ac:chgData name="Linson V V" userId="075c4cc9-6382-4686-add6-593eb1d48ee5" providerId="ADAL" clId="{5F744F63-9979-465E-90D6-A3A04D40AFF6}" dt="2025-03-06T10:14:28.488" v="5640" actId="1076"/>
          <ac:spMkLst>
            <pc:docMk/>
            <pc:sldMk cId="1443432593" sldId="2147482421"/>
            <ac:spMk id="6" creationId="{374BDFC5-949E-4EE9-905F-A782D8F5D66E}"/>
          </ac:spMkLst>
        </pc:spChg>
        <pc:spChg chg="mod">
          <ac:chgData name="Linson V V" userId="075c4cc9-6382-4686-add6-593eb1d48ee5" providerId="ADAL" clId="{5F744F63-9979-465E-90D6-A3A04D40AFF6}" dt="2025-03-06T10:13:39.029" v="5608"/>
          <ac:spMkLst>
            <pc:docMk/>
            <pc:sldMk cId="1443432593" sldId="2147482421"/>
            <ac:spMk id="7" creationId="{6A761118-5211-4ACD-ADA1-6992DCE09D0D}"/>
          </ac:spMkLst>
        </pc:spChg>
        <pc:spChg chg="mod">
          <ac:chgData name="Linson V V" userId="075c4cc9-6382-4686-add6-593eb1d48ee5" providerId="ADAL" clId="{5F744F63-9979-465E-90D6-A3A04D40AFF6}" dt="2025-03-06T10:13:39.029" v="5608"/>
          <ac:spMkLst>
            <pc:docMk/>
            <pc:sldMk cId="1443432593" sldId="2147482421"/>
            <ac:spMk id="11" creationId="{25281682-8C93-4761-A357-99BC69699103}"/>
          </ac:spMkLst>
        </pc:spChg>
        <pc:spChg chg="mod">
          <ac:chgData name="Linson V V" userId="075c4cc9-6382-4686-add6-593eb1d48ee5" providerId="ADAL" clId="{5F744F63-9979-465E-90D6-A3A04D40AFF6}" dt="2025-03-06T10:13:39.029" v="5608"/>
          <ac:spMkLst>
            <pc:docMk/>
            <pc:sldMk cId="1443432593" sldId="2147482421"/>
            <ac:spMk id="12" creationId="{2880839C-E8EE-4BA7-AC27-B23380E7B443}"/>
          </ac:spMkLst>
        </pc:spChg>
        <pc:spChg chg="mod">
          <ac:chgData name="Linson V V" userId="075c4cc9-6382-4686-add6-593eb1d48ee5" providerId="ADAL" clId="{5F744F63-9979-465E-90D6-A3A04D40AFF6}" dt="2025-03-06T10:13:39.029" v="5608"/>
          <ac:spMkLst>
            <pc:docMk/>
            <pc:sldMk cId="1443432593" sldId="2147482421"/>
            <ac:spMk id="13" creationId="{BBEBDFEA-56A8-4434-BDC3-70E3711DDE14}"/>
          </ac:spMkLst>
        </pc:spChg>
        <pc:spChg chg="mod">
          <ac:chgData name="Linson V V" userId="075c4cc9-6382-4686-add6-593eb1d48ee5" providerId="ADAL" clId="{5F744F63-9979-465E-90D6-A3A04D40AFF6}" dt="2025-03-06T10:13:39.029" v="5608"/>
          <ac:spMkLst>
            <pc:docMk/>
            <pc:sldMk cId="1443432593" sldId="2147482421"/>
            <ac:spMk id="15" creationId="{E8A083E2-BD14-4BE7-8AF5-030E994AF486}"/>
          </ac:spMkLst>
        </pc:spChg>
        <pc:spChg chg="mod">
          <ac:chgData name="Linson V V" userId="075c4cc9-6382-4686-add6-593eb1d48ee5" providerId="ADAL" clId="{5F744F63-9979-465E-90D6-A3A04D40AFF6}" dt="2025-03-06T10:13:39.029" v="5608"/>
          <ac:spMkLst>
            <pc:docMk/>
            <pc:sldMk cId="1443432593" sldId="2147482421"/>
            <ac:spMk id="16" creationId="{53A30DCE-8F85-45E6-A141-FECC3BCA7EEE}"/>
          </ac:spMkLst>
        </pc:spChg>
        <pc:spChg chg="mod">
          <ac:chgData name="Linson V V" userId="075c4cc9-6382-4686-add6-593eb1d48ee5" providerId="ADAL" clId="{5F744F63-9979-465E-90D6-A3A04D40AFF6}" dt="2025-03-06T10:13:39.029" v="5608"/>
          <ac:spMkLst>
            <pc:docMk/>
            <pc:sldMk cId="1443432593" sldId="2147482421"/>
            <ac:spMk id="21" creationId="{F04089F9-C7F1-46AE-8616-9BF0A4C51261}"/>
          </ac:spMkLst>
        </pc:spChg>
        <pc:spChg chg="mod">
          <ac:chgData name="Linson V V" userId="075c4cc9-6382-4686-add6-593eb1d48ee5" providerId="ADAL" clId="{5F744F63-9979-465E-90D6-A3A04D40AFF6}" dt="2025-03-06T10:13:39.029" v="5608"/>
          <ac:spMkLst>
            <pc:docMk/>
            <pc:sldMk cId="1443432593" sldId="2147482421"/>
            <ac:spMk id="22" creationId="{6D94A70F-7CE6-4FE7-ADA4-6E662A1D16AD}"/>
          </ac:spMkLst>
        </pc:spChg>
        <pc:spChg chg="mod">
          <ac:chgData name="Linson V V" userId="075c4cc9-6382-4686-add6-593eb1d48ee5" providerId="ADAL" clId="{5F744F63-9979-465E-90D6-A3A04D40AFF6}" dt="2025-03-06T10:13:39.029" v="5608"/>
          <ac:spMkLst>
            <pc:docMk/>
            <pc:sldMk cId="1443432593" sldId="2147482421"/>
            <ac:spMk id="23" creationId="{DC7D9E01-B9AB-41DD-92D7-0D7DC35E4A7B}"/>
          </ac:spMkLst>
        </pc:spChg>
        <pc:spChg chg="mod">
          <ac:chgData name="Linson V V" userId="075c4cc9-6382-4686-add6-593eb1d48ee5" providerId="ADAL" clId="{5F744F63-9979-465E-90D6-A3A04D40AFF6}" dt="2025-03-06T10:13:39.029" v="5608"/>
          <ac:spMkLst>
            <pc:docMk/>
            <pc:sldMk cId="1443432593" sldId="2147482421"/>
            <ac:spMk id="24" creationId="{42DED362-D3B0-4B0D-B422-1534AF3984F2}"/>
          </ac:spMkLst>
        </pc:spChg>
        <pc:spChg chg="mod">
          <ac:chgData name="Linson V V" userId="075c4cc9-6382-4686-add6-593eb1d48ee5" providerId="ADAL" clId="{5F744F63-9979-465E-90D6-A3A04D40AFF6}" dt="2025-03-06T10:21:11.828" v="5731" actId="207"/>
          <ac:spMkLst>
            <pc:docMk/>
            <pc:sldMk cId="1443432593" sldId="2147482421"/>
            <ac:spMk id="25" creationId="{5FCDECD1-3107-44C8-8224-B12606E8FFBF}"/>
          </ac:spMkLst>
        </pc:spChg>
        <pc:spChg chg="mod">
          <ac:chgData name="Linson V V" userId="075c4cc9-6382-4686-add6-593eb1d48ee5" providerId="ADAL" clId="{5F744F63-9979-465E-90D6-A3A04D40AFF6}" dt="2025-03-06T10:13:39.029" v="5608"/>
          <ac:spMkLst>
            <pc:docMk/>
            <pc:sldMk cId="1443432593" sldId="2147482421"/>
            <ac:spMk id="28" creationId="{674C9594-F23B-4702-92A4-C27054621A5E}"/>
          </ac:spMkLst>
        </pc:spChg>
        <pc:spChg chg="mod">
          <ac:chgData name="Linson V V" userId="075c4cc9-6382-4686-add6-593eb1d48ee5" providerId="ADAL" clId="{5F744F63-9979-465E-90D6-A3A04D40AFF6}" dt="2025-03-06T10:13:39.029" v="5608"/>
          <ac:spMkLst>
            <pc:docMk/>
            <pc:sldMk cId="1443432593" sldId="2147482421"/>
            <ac:spMk id="29" creationId="{03C85145-1506-4C56-BACD-3624E251FB9B}"/>
          </ac:spMkLst>
        </pc:spChg>
        <pc:spChg chg="add mod">
          <ac:chgData name="Linson V V" userId="075c4cc9-6382-4686-add6-593eb1d48ee5" providerId="ADAL" clId="{5F744F63-9979-465E-90D6-A3A04D40AFF6}" dt="2025-03-07T11:22:45.707" v="10391" actId="1076"/>
          <ac:spMkLst>
            <pc:docMk/>
            <pc:sldMk cId="1443432593" sldId="2147482421"/>
            <ac:spMk id="35" creationId="{6124AF6C-A26A-478F-B3D9-36299F35C3E0}"/>
          </ac:spMkLst>
        </pc:spChg>
        <pc:spChg chg="add mod">
          <ac:chgData name="Linson V V" userId="075c4cc9-6382-4686-add6-593eb1d48ee5" providerId="ADAL" clId="{5F744F63-9979-465E-90D6-A3A04D40AFF6}" dt="2025-03-07T11:22:45.707" v="10391" actId="1076"/>
          <ac:spMkLst>
            <pc:docMk/>
            <pc:sldMk cId="1443432593" sldId="2147482421"/>
            <ac:spMk id="36" creationId="{F3271F7C-07F6-4B9B-A940-26A238C21D06}"/>
          </ac:spMkLst>
        </pc:spChg>
        <pc:spChg chg="add mod">
          <ac:chgData name="Linson V V" userId="075c4cc9-6382-4686-add6-593eb1d48ee5" providerId="ADAL" clId="{5F744F63-9979-465E-90D6-A3A04D40AFF6}" dt="2025-03-07T11:22:45.707" v="10391" actId="1076"/>
          <ac:spMkLst>
            <pc:docMk/>
            <pc:sldMk cId="1443432593" sldId="2147482421"/>
            <ac:spMk id="37" creationId="{9D2D0DD5-8AD7-4FEA-885C-2608E32F884B}"/>
          </ac:spMkLst>
        </pc:spChg>
        <pc:spChg chg="add mod">
          <ac:chgData name="Linson V V" userId="075c4cc9-6382-4686-add6-593eb1d48ee5" providerId="ADAL" clId="{5F744F63-9979-465E-90D6-A3A04D40AFF6}" dt="2025-03-07T11:22:45.707" v="10391" actId="1076"/>
          <ac:spMkLst>
            <pc:docMk/>
            <pc:sldMk cId="1443432593" sldId="2147482421"/>
            <ac:spMk id="38" creationId="{D2324687-5CBB-4DCF-A6CA-C797AD1C5BC4}"/>
          </ac:spMkLst>
        </pc:spChg>
        <pc:spChg chg="add mod">
          <ac:chgData name="Linson V V" userId="075c4cc9-6382-4686-add6-593eb1d48ee5" providerId="ADAL" clId="{5F744F63-9979-465E-90D6-A3A04D40AFF6}" dt="2025-03-07T11:22:45.707" v="10391" actId="1076"/>
          <ac:spMkLst>
            <pc:docMk/>
            <pc:sldMk cId="1443432593" sldId="2147482421"/>
            <ac:spMk id="39" creationId="{3C2A78E4-C325-42D8-8725-8538487DBF12}"/>
          </ac:spMkLst>
        </pc:spChg>
        <pc:spChg chg="add mod">
          <ac:chgData name="Linson V V" userId="075c4cc9-6382-4686-add6-593eb1d48ee5" providerId="ADAL" clId="{5F744F63-9979-465E-90D6-A3A04D40AFF6}" dt="2025-03-07T11:22:45.707" v="10391" actId="1076"/>
          <ac:spMkLst>
            <pc:docMk/>
            <pc:sldMk cId="1443432593" sldId="2147482421"/>
            <ac:spMk id="41" creationId="{2B459071-4D5D-409F-80C1-E09C4172BDCC}"/>
          </ac:spMkLst>
        </pc:spChg>
        <pc:spChg chg="add mod">
          <ac:chgData name="Linson V V" userId="075c4cc9-6382-4686-add6-593eb1d48ee5" providerId="ADAL" clId="{5F744F63-9979-465E-90D6-A3A04D40AFF6}" dt="2025-03-07T11:22:45.707" v="10391" actId="1076"/>
          <ac:spMkLst>
            <pc:docMk/>
            <pc:sldMk cId="1443432593" sldId="2147482421"/>
            <ac:spMk id="42" creationId="{E3D6FFC3-BCF9-4A24-B06C-CDB036F40CCB}"/>
          </ac:spMkLst>
        </pc:spChg>
        <pc:spChg chg="add mod">
          <ac:chgData name="Linson V V" userId="075c4cc9-6382-4686-add6-593eb1d48ee5" providerId="ADAL" clId="{5F744F63-9979-465E-90D6-A3A04D40AFF6}" dt="2025-03-07T11:22:45.707" v="10391" actId="1076"/>
          <ac:spMkLst>
            <pc:docMk/>
            <pc:sldMk cId="1443432593" sldId="2147482421"/>
            <ac:spMk id="43" creationId="{BAA121E5-7F15-4DBA-A679-B0D987100C1C}"/>
          </ac:spMkLst>
        </pc:spChg>
        <pc:spChg chg="add mod">
          <ac:chgData name="Linson V V" userId="075c4cc9-6382-4686-add6-593eb1d48ee5" providerId="ADAL" clId="{5F744F63-9979-465E-90D6-A3A04D40AFF6}" dt="2025-03-07T11:22:45.707" v="10391" actId="1076"/>
          <ac:spMkLst>
            <pc:docMk/>
            <pc:sldMk cId="1443432593" sldId="2147482421"/>
            <ac:spMk id="44" creationId="{770416F8-CD5B-4972-9851-B7F4548CACA8}"/>
          </ac:spMkLst>
        </pc:spChg>
        <pc:spChg chg="add mod ord">
          <ac:chgData name="Linson V V" userId="075c4cc9-6382-4686-add6-593eb1d48ee5" providerId="ADAL" clId="{5F744F63-9979-465E-90D6-A3A04D40AFF6}" dt="2025-03-07T11:22:45.707" v="10391" actId="1076"/>
          <ac:spMkLst>
            <pc:docMk/>
            <pc:sldMk cId="1443432593" sldId="2147482421"/>
            <ac:spMk id="45" creationId="{C66F8A1A-FAF6-45EB-B71E-9CD709E6B059}"/>
          </ac:spMkLst>
        </pc:spChg>
        <pc:grpChg chg="add mod">
          <ac:chgData name="Linson V V" userId="075c4cc9-6382-4686-add6-593eb1d48ee5" providerId="ADAL" clId="{5F744F63-9979-465E-90D6-A3A04D40AFF6}" dt="2025-03-07T11:22:45.707" v="10391" actId="1076"/>
          <ac:grpSpMkLst>
            <pc:docMk/>
            <pc:sldMk cId="1443432593" sldId="2147482421"/>
            <ac:grpSpMk id="5" creationId="{8636B4DB-D704-4099-9E5F-1FA194BEA3C0}"/>
          </ac:grpSpMkLst>
        </pc:grpChg>
        <pc:grpChg chg="mod">
          <ac:chgData name="Linson V V" userId="075c4cc9-6382-4686-add6-593eb1d48ee5" providerId="ADAL" clId="{5F744F63-9979-465E-90D6-A3A04D40AFF6}" dt="2025-03-06T10:13:39.029" v="5608"/>
          <ac:grpSpMkLst>
            <pc:docMk/>
            <pc:sldMk cId="1443432593" sldId="2147482421"/>
            <ac:grpSpMk id="8" creationId="{5370D80A-DFBE-4792-9069-DA5092D89DEF}"/>
          </ac:grpSpMkLst>
        </pc:grpChg>
        <pc:picChg chg="mod">
          <ac:chgData name="Linson V V" userId="075c4cc9-6382-4686-add6-593eb1d48ee5" providerId="ADAL" clId="{5F744F63-9979-465E-90D6-A3A04D40AFF6}" dt="2025-03-06T10:13:39.029" v="5608"/>
          <ac:picMkLst>
            <pc:docMk/>
            <pc:sldMk cId="1443432593" sldId="2147482421"/>
            <ac:picMk id="9" creationId="{725C972C-EADC-4AF9-97EB-136EF7F3A089}"/>
          </ac:picMkLst>
        </pc:picChg>
        <pc:picChg chg="mod">
          <ac:chgData name="Linson V V" userId="075c4cc9-6382-4686-add6-593eb1d48ee5" providerId="ADAL" clId="{5F744F63-9979-465E-90D6-A3A04D40AFF6}" dt="2025-03-06T10:13:39.029" v="5608"/>
          <ac:picMkLst>
            <pc:docMk/>
            <pc:sldMk cId="1443432593" sldId="2147482421"/>
            <ac:picMk id="26" creationId="{03175090-FB49-44A0-88DC-771B176DAB74}"/>
          </ac:picMkLst>
        </pc:picChg>
        <pc:picChg chg="add mod modCrop">
          <ac:chgData name="Linson V V" userId="075c4cc9-6382-4686-add6-593eb1d48ee5" providerId="ADAL" clId="{5F744F63-9979-465E-90D6-A3A04D40AFF6}" dt="2025-03-07T11:22:45.707" v="10391" actId="1076"/>
          <ac:picMkLst>
            <pc:docMk/>
            <pc:sldMk cId="1443432593" sldId="2147482421"/>
            <ac:picMk id="31" creationId="{B5686F02-E23D-4331-A9C2-004F307ADA40}"/>
          </ac:picMkLst>
        </pc:picChg>
        <pc:picChg chg="add mod modCrop">
          <ac:chgData name="Linson V V" userId="075c4cc9-6382-4686-add6-593eb1d48ee5" providerId="ADAL" clId="{5F744F63-9979-465E-90D6-A3A04D40AFF6}" dt="2025-03-07T11:22:45.707" v="10391" actId="1076"/>
          <ac:picMkLst>
            <pc:docMk/>
            <pc:sldMk cId="1443432593" sldId="2147482421"/>
            <ac:picMk id="32" creationId="{949DC7BD-5C0B-4E00-84B7-649E0FD04C52}"/>
          </ac:picMkLst>
        </pc:picChg>
        <pc:picChg chg="add mod modCrop">
          <ac:chgData name="Linson V V" userId="075c4cc9-6382-4686-add6-593eb1d48ee5" providerId="ADAL" clId="{5F744F63-9979-465E-90D6-A3A04D40AFF6}" dt="2025-03-07T11:22:45.707" v="10391" actId="1076"/>
          <ac:picMkLst>
            <pc:docMk/>
            <pc:sldMk cId="1443432593" sldId="2147482421"/>
            <ac:picMk id="33" creationId="{38F5C896-8A26-44D6-888C-92CC085F9F6E}"/>
          </ac:picMkLst>
        </pc:picChg>
        <pc:picChg chg="add mod modCrop">
          <ac:chgData name="Linson V V" userId="075c4cc9-6382-4686-add6-593eb1d48ee5" providerId="ADAL" clId="{5F744F63-9979-465E-90D6-A3A04D40AFF6}" dt="2025-03-07T11:22:45.707" v="10391" actId="1076"/>
          <ac:picMkLst>
            <pc:docMk/>
            <pc:sldMk cId="1443432593" sldId="2147482421"/>
            <ac:picMk id="34" creationId="{5C9E4D39-4AE8-4EAC-8242-45178C5C0048}"/>
          </ac:picMkLst>
        </pc:picChg>
        <pc:cxnChg chg="mod">
          <ac:chgData name="Linson V V" userId="075c4cc9-6382-4686-add6-593eb1d48ee5" providerId="ADAL" clId="{5F744F63-9979-465E-90D6-A3A04D40AFF6}" dt="2025-03-06T10:13:39.029" v="5608"/>
          <ac:cxnSpMkLst>
            <pc:docMk/>
            <pc:sldMk cId="1443432593" sldId="2147482421"/>
            <ac:cxnSpMk id="10" creationId="{CE92CD39-32B4-4D83-A116-E7151288E1DF}"/>
          </ac:cxnSpMkLst>
        </pc:cxnChg>
        <pc:cxnChg chg="mod">
          <ac:chgData name="Linson V V" userId="075c4cc9-6382-4686-add6-593eb1d48ee5" providerId="ADAL" clId="{5F744F63-9979-465E-90D6-A3A04D40AFF6}" dt="2025-03-06T10:13:39.029" v="5608"/>
          <ac:cxnSpMkLst>
            <pc:docMk/>
            <pc:sldMk cId="1443432593" sldId="2147482421"/>
            <ac:cxnSpMk id="14" creationId="{491E05D7-5D0A-44AE-8C2B-70DA1EA1E82F}"/>
          </ac:cxnSpMkLst>
        </pc:cxnChg>
        <pc:cxnChg chg="mod">
          <ac:chgData name="Linson V V" userId="075c4cc9-6382-4686-add6-593eb1d48ee5" providerId="ADAL" clId="{5F744F63-9979-465E-90D6-A3A04D40AFF6}" dt="2025-03-06T10:13:39.029" v="5608"/>
          <ac:cxnSpMkLst>
            <pc:docMk/>
            <pc:sldMk cId="1443432593" sldId="2147482421"/>
            <ac:cxnSpMk id="17" creationId="{922765BD-4223-4327-B1D7-655C58CE0348}"/>
          </ac:cxnSpMkLst>
        </pc:cxnChg>
        <pc:cxnChg chg="mod">
          <ac:chgData name="Linson V V" userId="075c4cc9-6382-4686-add6-593eb1d48ee5" providerId="ADAL" clId="{5F744F63-9979-465E-90D6-A3A04D40AFF6}" dt="2025-03-06T10:13:39.029" v="5608"/>
          <ac:cxnSpMkLst>
            <pc:docMk/>
            <pc:sldMk cId="1443432593" sldId="2147482421"/>
            <ac:cxnSpMk id="18" creationId="{C5F107F7-984C-4CD3-9A6A-9A54701E3246}"/>
          </ac:cxnSpMkLst>
        </pc:cxnChg>
        <pc:cxnChg chg="mod">
          <ac:chgData name="Linson V V" userId="075c4cc9-6382-4686-add6-593eb1d48ee5" providerId="ADAL" clId="{5F744F63-9979-465E-90D6-A3A04D40AFF6}" dt="2025-03-06T10:13:39.029" v="5608"/>
          <ac:cxnSpMkLst>
            <pc:docMk/>
            <pc:sldMk cId="1443432593" sldId="2147482421"/>
            <ac:cxnSpMk id="19" creationId="{59A9415B-7900-4E5E-B984-13BFB59CD61F}"/>
          </ac:cxnSpMkLst>
        </pc:cxnChg>
        <pc:cxnChg chg="mod">
          <ac:chgData name="Linson V V" userId="075c4cc9-6382-4686-add6-593eb1d48ee5" providerId="ADAL" clId="{5F744F63-9979-465E-90D6-A3A04D40AFF6}" dt="2025-03-06T10:13:39.029" v="5608"/>
          <ac:cxnSpMkLst>
            <pc:docMk/>
            <pc:sldMk cId="1443432593" sldId="2147482421"/>
            <ac:cxnSpMk id="20" creationId="{308746B7-524E-4DBA-AC33-CF39AD5E4109}"/>
          </ac:cxnSpMkLst>
        </pc:cxnChg>
        <pc:cxnChg chg="mod">
          <ac:chgData name="Linson V V" userId="075c4cc9-6382-4686-add6-593eb1d48ee5" providerId="ADAL" clId="{5F744F63-9979-465E-90D6-A3A04D40AFF6}" dt="2025-03-06T10:13:39.029" v="5608"/>
          <ac:cxnSpMkLst>
            <pc:docMk/>
            <pc:sldMk cId="1443432593" sldId="2147482421"/>
            <ac:cxnSpMk id="27" creationId="{DA73AD01-74E4-4245-845F-2CFE911F2DE5}"/>
          </ac:cxnSpMkLst>
        </pc:cxnChg>
      </pc:sldChg>
      <pc:sldChg chg="modSp new del mod">
        <pc:chgData name="Linson V V" userId="075c4cc9-6382-4686-add6-593eb1d48ee5" providerId="ADAL" clId="{5F744F63-9979-465E-90D6-A3A04D40AFF6}" dt="2025-03-07T06:09:41.511" v="8032" actId="47"/>
        <pc:sldMkLst>
          <pc:docMk/>
          <pc:sldMk cId="4041614463" sldId="2147482422"/>
        </pc:sldMkLst>
      </pc:sldChg>
      <pc:sldChg chg="addSp delSp modSp add mod ord">
        <pc:chgData name="Linson V V" userId="075c4cc9-6382-4686-add6-593eb1d48ee5" providerId="ADAL" clId="{5F744F63-9979-465E-90D6-A3A04D40AFF6}" dt="2025-03-07T16:28:47.507" v="10942" actId="1076"/>
        <pc:sldMkLst>
          <pc:docMk/>
          <pc:sldMk cId="753825194" sldId="2147482423"/>
        </pc:sldMkLst>
        <pc:spChg chg="mod">
          <ac:chgData name="Linson V V" userId="075c4cc9-6382-4686-add6-593eb1d48ee5" providerId="ADAL" clId="{5F744F63-9979-465E-90D6-A3A04D40AFF6}" dt="2025-03-07T05:25:42.723" v="7742" actId="20577"/>
          <ac:spMkLst>
            <pc:docMk/>
            <pc:sldMk cId="753825194" sldId="2147482423"/>
            <ac:spMk id="2" creationId="{06D20D88-5DA7-482A-B07E-EC56E7AAE400}"/>
          </ac:spMkLst>
        </pc:spChg>
        <pc:spChg chg="add mod topLvl">
          <ac:chgData name="Linson V V" userId="075c4cc9-6382-4686-add6-593eb1d48ee5" providerId="ADAL" clId="{5F744F63-9979-465E-90D6-A3A04D40AFF6}" dt="2025-03-07T16:23:24.631" v="10908" actId="165"/>
          <ac:spMkLst>
            <pc:docMk/>
            <pc:sldMk cId="753825194" sldId="2147482423"/>
            <ac:spMk id="9" creationId="{AB4F35AF-E3E4-48D7-BE7E-747788089815}"/>
          </ac:spMkLst>
        </pc:spChg>
        <pc:spChg chg="add mod topLvl">
          <ac:chgData name="Linson V V" userId="075c4cc9-6382-4686-add6-593eb1d48ee5" providerId="ADAL" clId="{5F744F63-9979-465E-90D6-A3A04D40AFF6}" dt="2025-03-07T16:23:24.631" v="10908" actId="165"/>
          <ac:spMkLst>
            <pc:docMk/>
            <pc:sldMk cId="753825194" sldId="2147482423"/>
            <ac:spMk id="10" creationId="{27DF89F8-50CF-4466-BBC1-753EBB061887}"/>
          </ac:spMkLst>
        </pc:spChg>
        <pc:spChg chg="add mod topLvl">
          <ac:chgData name="Linson V V" userId="075c4cc9-6382-4686-add6-593eb1d48ee5" providerId="ADAL" clId="{5F744F63-9979-465E-90D6-A3A04D40AFF6}" dt="2025-03-07T16:23:24.631" v="10908" actId="165"/>
          <ac:spMkLst>
            <pc:docMk/>
            <pc:sldMk cId="753825194" sldId="2147482423"/>
            <ac:spMk id="11" creationId="{DD4C735F-4507-4B30-AFA8-6088A1FEE2FC}"/>
          </ac:spMkLst>
        </pc:spChg>
        <pc:spChg chg="add mod topLvl">
          <ac:chgData name="Linson V V" userId="075c4cc9-6382-4686-add6-593eb1d48ee5" providerId="ADAL" clId="{5F744F63-9979-465E-90D6-A3A04D40AFF6}" dt="2025-03-07T16:23:24.631" v="10908" actId="165"/>
          <ac:spMkLst>
            <pc:docMk/>
            <pc:sldMk cId="753825194" sldId="2147482423"/>
            <ac:spMk id="12" creationId="{559C68D2-A28E-4A1B-9793-243F349E47B4}"/>
          </ac:spMkLst>
        </pc:spChg>
        <pc:spChg chg="add mod topLvl">
          <ac:chgData name="Linson V V" userId="075c4cc9-6382-4686-add6-593eb1d48ee5" providerId="ADAL" clId="{5F744F63-9979-465E-90D6-A3A04D40AFF6}" dt="2025-03-07T16:24:39.520" v="10917" actId="14100"/>
          <ac:spMkLst>
            <pc:docMk/>
            <pc:sldMk cId="753825194" sldId="2147482423"/>
            <ac:spMk id="14" creationId="{A8B3405A-0E05-47D7-B3D1-F97EE121F5FE}"/>
          </ac:spMkLst>
        </pc:spChg>
        <pc:spChg chg="add mod topLvl">
          <ac:chgData name="Linson V V" userId="075c4cc9-6382-4686-add6-593eb1d48ee5" providerId="ADAL" clId="{5F744F63-9979-465E-90D6-A3A04D40AFF6}" dt="2025-03-07T16:23:24.631" v="10908" actId="165"/>
          <ac:spMkLst>
            <pc:docMk/>
            <pc:sldMk cId="753825194" sldId="2147482423"/>
            <ac:spMk id="15" creationId="{CC844831-E9D6-4B3D-8564-F77C161F0674}"/>
          </ac:spMkLst>
        </pc:spChg>
        <pc:spChg chg="add mod topLvl">
          <ac:chgData name="Linson V V" userId="075c4cc9-6382-4686-add6-593eb1d48ee5" providerId="ADAL" clId="{5F744F63-9979-465E-90D6-A3A04D40AFF6}" dt="2025-03-07T16:23:24.631" v="10908" actId="165"/>
          <ac:spMkLst>
            <pc:docMk/>
            <pc:sldMk cId="753825194" sldId="2147482423"/>
            <ac:spMk id="16" creationId="{F9A5F71A-8D04-4AE3-B71B-74FED6B9E938}"/>
          </ac:spMkLst>
        </pc:spChg>
        <pc:spChg chg="add mod topLvl">
          <ac:chgData name="Linson V V" userId="075c4cc9-6382-4686-add6-593eb1d48ee5" providerId="ADAL" clId="{5F744F63-9979-465E-90D6-A3A04D40AFF6}" dt="2025-03-07T16:23:24.631" v="10908" actId="165"/>
          <ac:spMkLst>
            <pc:docMk/>
            <pc:sldMk cId="753825194" sldId="2147482423"/>
            <ac:spMk id="17" creationId="{AB42D7F7-6BE0-4321-8B72-C7F1CBD6C31C}"/>
          </ac:spMkLst>
        </pc:spChg>
        <pc:spChg chg="add mod topLvl">
          <ac:chgData name="Linson V V" userId="075c4cc9-6382-4686-add6-593eb1d48ee5" providerId="ADAL" clId="{5F744F63-9979-465E-90D6-A3A04D40AFF6}" dt="2025-03-07T16:24:59.141" v="10929" actId="14100"/>
          <ac:spMkLst>
            <pc:docMk/>
            <pc:sldMk cId="753825194" sldId="2147482423"/>
            <ac:spMk id="18" creationId="{7F51E3A4-BFA3-47EB-AEFE-2BCEA0A3AA8D}"/>
          </ac:spMkLst>
        </pc:spChg>
        <pc:spChg chg="add mod topLvl">
          <ac:chgData name="Linson V V" userId="075c4cc9-6382-4686-add6-593eb1d48ee5" providerId="ADAL" clId="{5F744F63-9979-465E-90D6-A3A04D40AFF6}" dt="2025-03-07T16:23:24.631" v="10908" actId="165"/>
          <ac:spMkLst>
            <pc:docMk/>
            <pc:sldMk cId="753825194" sldId="2147482423"/>
            <ac:spMk id="19" creationId="{DC7FBEFE-E228-4CC2-A778-7A9317AEA695}"/>
          </ac:spMkLst>
        </pc:spChg>
        <pc:spChg chg="add mod topLvl">
          <ac:chgData name="Linson V V" userId="075c4cc9-6382-4686-add6-593eb1d48ee5" providerId="ADAL" clId="{5F744F63-9979-465E-90D6-A3A04D40AFF6}" dt="2025-03-07T16:27:10.358" v="10938" actId="14100"/>
          <ac:spMkLst>
            <pc:docMk/>
            <pc:sldMk cId="753825194" sldId="2147482423"/>
            <ac:spMk id="20" creationId="{FC6BFBD3-4210-455C-BBA3-D6901092505F}"/>
          </ac:spMkLst>
        </pc:spChg>
        <pc:spChg chg="mod topLvl">
          <ac:chgData name="Linson V V" userId="075c4cc9-6382-4686-add6-593eb1d48ee5" providerId="ADAL" clId="{5F744F63-9979-465E-90D6-A3A04D40AFF6}" dt="2025-03-07T06:40:33.618" v="8219" actId="108"/>
          <ac:spMkLst>
            <pc:docMk/>
            <pc:sldMk cId="753825194" sldId="2147482423"/>
            <ac:spMk id="21" creationId="{9294CB70-4013-43F8-8EED-C8D4CF45C3C5}"/>
          </ac:spMkLst>
        </pc:spChg>
        <pc:spChg chg="mod topLvl">
          <ac:chgData name="Linson V V" userId="075c4cc9-6382-4686-add6-593eb1d48ee5" providerId="ADAL" clId="{5F744F63-9979-465E-90D6-A3A04D40AFF6}" dt="2025-03-07T05:24:53.329" v="7715" actId="1076"/>
          <ac:spMkLst>
            <pc:docMk/>
            <pc:sldMk cId="753825194" sldId="2147482423"/>
            <ac:spMk id="22" creationId="{2F5026B6-74BE-4A64-BD9D-C595A59D1D7C}"/>
          </ac:spMkLst>
        </pc:spChg>
        <pc:spChg chg="mod topLvl">
          <ac:chgData name="Linson V V" userId="075c4cc9-6382-4686-add6-593eb1d48ee5" providerId="ADAL" clId="{5F744F63-9979-465E-90D6-A3A04D40AFF6}" dt="2025-03-07T06:00:12.234" v="7925" actId="108"/>
          <ac:spMkLst>
            <pc:docMk/>
            <pc:sldMk cId="753825194" sldId="2147482423"/>
            <ac:spMk id="23" creationId="{B3E7A19A-770B-4EAD-BCFF-FBCE4B09485F}"/>
          </ac:spMkLst>
        </pc:spChg>
        <pc:spChg chg="mod topLvl">
          <ac:chgData name="Linson V V" userId="075c4cc9-6382-4686-add6-593eb1d48ee5" providerId="ADAL" clId="{5F744F63-9979-465E-90D6-A3A04D40AFF6}" dt="2025-03-07T05:24:44.841" v="7712" actId="14100"/>
          <ac:spMkLst>
            <pc:docMk/>
            <pc:sldMk cId="753825194" sldId="2147482423"/>
            <ac:spMk id="24" creationId="{F57DC7AB-16D4-4F1D-84CE-7A5CCA39E52F}"/>
          </ac:spMkLst>
        </pc:spChg>
        <pc:spChg chg="add mod topLvl">
          <ac:chgData name="Linson V V" userId="075c4cc9-6382-4686-add6-593eb1d48ee5" providerId="ADAL" clId="{5F744F63-9979-465E-90D6-A3A04D40AFF6}" dt="2025-03-07T16:28:47.507" v="10942" actId="1076"/>
          <ac:spMkLst>
            <pc:docMk/>
            <pc:sldMk cId="753825194" sldId="2147482423"/>
            <ac:spMk id="26" creationId="{DFB0D1EF-1D20-4377-BBB0-753578FA7848}"/>
          </ac:spMkLst>
        </pc:spChg>
        <pc:spChg chg="add mod">
          <ac:chgData name="Linson V V" userId="075c4cc9-6382-4686-add6-593eb1d48ee5" providerId="ADAL" clId="{5F744F63-9979-465E-90D6-A3A04D40AFF6}" dt="2025-03-07T11:02:50.688" v="10219" actId="1076"/>
          <ac:spMkLst>
            <pc:docMk/>
            <pc:sldMk cId="753825194" sldId="2147482423"/>
            <ac:spMk id="28" creationId="{273BBA5D-CE73-460B-9B06-46ADB998F457}"/>
          </ac:spMkLst>
        </pc:spChg>
        <pc:graphicFrameChg chg="mod modGraphic">
          <ac:chgData name="Linson V V" userId="075c4cc9-6382-4686-add6-593eb1d48ee5" providerId="ADAL" clId="{5F744F63-9979-465E-90D6-A3A04D40AFF6}" dt="2025-03-07T10:58:51.546" v="10105"/>
          <ac:graphicFrameMkLst>
            <pc:docMk/>
            <pc:sldMk cId="753825194" sldId="2147482423"/>
            <ac:graphicFrameMk id="3" creationId="{92EC8F14-D457-4923-B418-11B07BC0AA38}"/>
          </ac:graphicFrameMkLst>
        </pc:graphicFrameChg>
        <pc:graphicFrameChg chg="add mod modGraphic">
          <ac:chgData name="Linson V V" userId="075c4cc9-6382-4686-add6-593eb1d48ee5" providerId="ADAL" clId="{5F744F63-9979-465E-90D6-A3A04D40AFF6}" dt="2025-03-07T11:04:19.322" v="10235" actId="20577"/>
          <ac:graphicFrameMkLst>
            <pc:docMk/>
            <pc:sldMk cId="753825194" sldId="2147482423"/>
            <ac:graphicFrameMk id="27" creationId="{90258AA0-EF38-4D59-A950-8BE6D987FA72}"/>
          </ac:graphicFrameMkLst>
        </pc:graphicFrameChg>
      </pc:sldChg>
      <pc:sldChg chg="del">
        <pc:chgData name="Linson V V" userId="075c4cc9-6382-4686-add6-593eb1d48ee5" providerId="ADAL" clId="{5F744F63-9979-465E-90D6-A3A04D40AFF6}" dt="2025-03-07T04:33:58.318" v="7246" actId="47"/>
        <pc:sldMkLst>
          <pc:docMk/>
          <pc:sldMk cId="541659949" sldId="2147482424"/>
        </pc:sldMkLst>
      </pc:sldChg>
      <pc:sldChg chg="delSp del mod">
        <pc:chgData name="Linson V V" userId="075c4cc9-6382-4686-add6-593eb1d48ee5" providerId="ADAL" clId="{5F744F63-9979-465E-90D6-A3A04D40AFF6}" dt="2025-03-07T03:35:17.660" v="6531" actId="47"/>
        <pc:sldMkLst>
          <pc:docMk/>
          <pc:sldMk cId="3004662174" sldId="2147482425"/>
        </pc:sldMkLst>
      </pc:sldChg>
      <pc:sldChg chg="delSp modSp del mod">
        <pc:chgData name="Linson V V" userId="075c4cc9-6382-4686-add6-593eb1d48ee5" providerId="ADAL" clId="{5F744F63-9979-465E-90D6-A3A04D40AFF6}" dt="2025-03-07T04:16:18.173" v="7142" actId="47"/>
        <pc:sldMkLst>
          <pc:docMk/>
          <pc:sldMk cId="3987667880" sldId="2147482426"/>
        </pc:sldMkLst>
      </pc:sldChg>
      <pc:sldChg chg="addSp delSp modSp new mod modShow">
        <pc:chgData name="Linson V V" userId="075c4cc9-6382-4686-add6-593eb1d48ee5" providerId="ADAL" clId="{5F744F63-9979-465E-90D6-A3A04D40AFF6}" dt="2025-03-07T06:15:39.044" v="8053" actId="729"/>
        <pc:sldMkLst>
          <pc:docMk/>
          <pc:sldMk cId="2174056810" sldId="2147482427"/>
        </pc:sldMkLst>
        <pc:spChg chg="mod">
          <ac:chgData name="Linson V V" userId="075c4cc9-6382-4686-add6-593eb1d48ee5" providerId="ADAL" clId="{5F744F63-9979-465E-90D6-A3A04D40AFF6}" dt="2025-03-07T03:21:01.389" v="6164" actId="114"/>
          <ac:spMkLst>
            <pc:docMk/>
            <pc:sldMk cId="2174056810" sldId="2147482427"/>
            <ac:spMk id="2" creationId="{550F894B-860F-4849-9ED3-1530A215F4C7}"/>
          </ac:spMkLst>
        </pc:spChg>
        <pc:graphicFrameChg chg="add mod modGraphic">
          <ac:chgData name="Linson V V" userId="075c4cc9-6382-4686-add6-593eb1d48ee5" providerId="ADAL" clId="{5F744F63-9979-465E-90D6-A3A04D40AFF6}" dt="2025-03-07T03:33:37.986" v="6527" actId="20577"/>
          <ac:graphicFrameMkLst>
            <pc:docMk/>
            <pc:sldMk cId="2174056810" sldId="2147482427"/>
            <ac:graphicFrameMk id="3" creationId="{94C449D8-CA67-4B80-B161-F7629A35CF41}"/>
          </ac:graphicFrameMkLst>
        </pc:graphicFrameChg>
      </pc:sldChg>
      <pc:sldChg chg="modSp add del mod ord">
        <pc:chgData name="Linson V V" userId="075c4cc9-6382-4686-add6-593eb1d48ee5" providerId="ADAL" clId="{5F744F63-9979-465E-90D6-A3A04D40AFF6}" dt="2025-03-07T09:56:37.422" v="9748" actId="47"/>
        <pc:sldMkLst>
          <pc:docMk/>
          <pc:sldMk cId="2210600490" sldId="2147482428"/>
        </pc:sldMkLst>
      </pc:sldChg>
      <pc:sldChg chg="del">
        <pc:chgData name="Linson V V" userId="075c4cc9-6382-4686-add6-593eb1d48ee5" providerId="ADAL" clId="{5F744F63-9979-465E-90D6-A3A04D40AFF6}" dt="2025-03-07T08:45:26.959" v="9244" actId="47"/>
        <pc:sldMkLst>
          <pc:docMk/>
          <pc:sldMk cId="2489950807" sldId="2147482429"/>
        </pc:sldMkLst>
      </pc:sldChg>
      <pc:sldChg chg="delSp modSp add del mod modShow">
        <pc:chgData name="Linson V V" userId="075c4cc9-6382-4686-add6-593eb1d48ee5" providerId="ADAL" clId="{5F744F63-9979-465E-90D6-A3A04D40AFF6}" dt="2025-03-07T16:02:15.008" v="10528" actId="47"/>
        <pc:sldMkLst>
          <pc:docMk/>
          <pc:sldMk cId="2263687771" sldId="2147482430"/>
        </pc:sldMkLst>
      </pc:sldChg>
      <pc:sldChg chg="addSp delSp modSp mod ord">
        <pc:chgData name="Linson V V" userId="075c4cc9-6382-4686-add6-593eb1d48ee5" providerId="ADAL" clId="{5F744F63-9979-465E-90D6-A3A04D40AFF6}" dt="2025-03-07T16:02:35.986" v="10530"/>
        <pc:sldMkLst>
          <pc:docMk/>
          <pc:sldMk cId="1211996572" sldId="2147482431"/>
        </pc:sldMkLst>
        <pc:spChg chg="mod">
          <ac:chgData name="Linson V V" userId="075c4cc9-6382-4686-add6-593eb1d48ee5" providerId="ADAL" clId="{5F744F63-9979-465E-90D6-A3A04D40AFF6}" dt="2025-03-07T09:24:59.356" v="9345"/>
          <ac:spMkLst>
            <pc:docMk/>
            <pc:sldMk cId="1211996572" sldId="2147482431"/>
            <ac:spMk id="2" creationId="{874DF05C-A159-6D48-AD75-B3987F40756A}"/>
          </ac:spMkLst>
        </pc:spChg>
        <pc:graphicFrameChg chg="mod modGraphic">
          <ac:chgData name="Linson V V" userId="075c4cc9-6382-4686-add6-593eb1d48ee5" providerId="ADAL" clId="{5F744F63-9979-465E-90D6-A3A04D40AFF6}" dt="2025-03-07T10:00:28.858" v="9769" actId="20577"/>
          <ac:graphicFrameMkLst>
            <pc:docMk/>
            <pc:sldMk cId="1211996572" sldId="2147482431"/>
            <ac:graphicFrameMk id="4" creationId="{C9E9CEB6-0D56-9510-E85D-3F716FF6AFDA}"/>
          </ac:graphicFrameMkLst>
        </pc:graphicFrameChg>
      </pc:sldChg>
      <pc:sldChg chg="add del">
        <pc:chgData name="Linson V V" userId="075c4cc9-6382-4686-add6-593eb1d48ee5" providerId="ADAL" clId="{5F744F63-9979-465E-90D6-A3A04D40AFF6}" dt="2025-03-07T08:27:34.336" v="8941" actId="47"/>
        <pc:sldMkLst>
          <pc:docMk/>
          <pc:sldMk cId="3660402340" sldId="2147482431"/>
        </pc:sldMkLst>
      </pc:sldChg>
      <pc:sldChg chg="addSp delSp modSp add mod">
        <pc:chgData name="Linson V V" userId="075c4cc9-6382-4686-add6-593eb1d48ee5" providerId="ADAL" clId="{5F744F63-9979-465E-90D6-A3A04D40AFF6}" dt="2025-03-07T16:21:07.411" v="10898"/>
        <pc:sldMkLst>
          <pc:docMk/>
          <pc:sldMk cId="2070510055" sldId="2147482432"/>
        </pc:sldMkLst>
        <pc:spChg chg="mod">
          <ac:chgData name="Linson V V" userId="075c4cc9-6382-4686-add6-593eb1d48ee5" providerId="ADAL" clId="{5F744F63-9979-465E-90D6-A3A04D40AFF6}" dt="2025-03-07T11:12:30.561" v="10330" actId="14100"/>
          <ac:spMkLst>
            <pc:docMk/>
            <pc:sldMk cId="2070510055" sldId="2147482432"/>
            <ac:spMk id="33" creationId="{7E6460D2-0DC6-92CD-C65D-60983AD29D21}"/>
          </ac:spMkLst>
        </pc:spChg>
        <pc:spChg chg="mod">
          <ac:chgData name="Linson V V" userId="075c4cc9-6382-4686-add6-593eb1d48ee5" providerId="ADAL" clId="{5F744F63-9979-465E-90D6-A3A04D40AFF6}" dt="2025-03-07T11:12:26.529" v="10329" actId="1076"/>
          <ac:spMkLst>
            <pc:docMk/>
            <pc:sldMk cId="2070510055" sldId="2147482432"/>
            <ac:spMk id="34" creationId="{DA0A806A-4607-820A-2EDF-CC590B8586B5}"/>
          </ac:spMkLst>
        </pc:spChg>
        <pc:spChg chg="add mod">
          <ac:chgData name="Linson V V" userId="075c4cc9-6382-4686-add6-593eb1d48ee5" providerId="ADAL" clId="{5F744F63-9979-465E-90D6-A3A04D40AFF6}" dt="2025-03-07T16:14:01.931" v="10677" actId="1076"/>
          <ac:spMkLst>
            <pc:docMk/>
            <pc:sldMk cId="2070510055" sldId="2147482432"/>
            <ac:spMk id="37" creationId="{A44A3F80-FEAD-4AFB-A997-2E4FAB469F55}"/>
          </ac:spMkLst>
        </pc:spChg>
        <pc:spChg chg="add mod ord">
          <ac:chgData name="Linson V V" userId="075c4cc9-6382-4686-add6-593eb1d48ee5" providerId="ADAL" clId="{5F744F63-9979-465E-90D6-A3A04D40AFF6}" dt="2025-03-07T16:14:01.931" v="10677" actId="1076"/>
          <ac:spMkLst>
            <pc:docMk/>
            <pc:sldMk cId="2070510055" sldId="2147482432"/>
            <ac:spMk id="38" creationId="{4D96D845-72C9-41CD-BEBB-3210FEAD528D}"/>
          </ac:spMkLst>
        </pc:spChg>
        <pc:spChg chg="add mod">
          <ac:chgData name="Linson V V" userId="075c4cc9-6382-4686-add6-593eb1d48ee5" providerId="ADAL" clId="{5F744F63-9979-465E-90D6-A3A04D40AFF6}" dt="2025-03-07T16:14:53.009" v="10705" actId="1076"/>
          <ac:spMkLst>
            <pc:docMk/>
            <pc:sldMk cId="2070510055" sldId="2147482432"/>
            <ac:spMk id="39" creationId="{437D3172-B646-422D-806A-D8365EF3A258}"/>
          </ac:spMkLst>
        </pc:spChg>
        <pc:spChg chg="add mod">
          <ac:chgData name="Linson V V" userId="075c4cc9-6382-4686-add6-593eb1d48ee5" providerId="ADAL" clId="{5F744F63-9979-465E-90D6-A3A04D40AFF6}" dt="2025-03-07T16:14:53.009" v="10705" actId="1076"/>
          <ac:spMkLst>
            <pc:docMk/>
            <pc:sldMk cId="2070510055" sldId="2147482432"/>
            <ac:spMk id="40" creationId="{6CD435DE-6194-4730-8897-E9958F584C4A}"/>
          </ac:spMkLst>
        </pc:spChg>
        <pc:spChg chg="add mod">
          <ac:chgData name="Linson V V" userId="075c4cc9-6382-4686-add6-593eb1d48ee5" providerId="ADAL" clId="{5F744F63-9979-465E-90D6-A3A04D40AFF6}" dt="2025-03-07T16:15:49.543" v="10735" actId="1076"/>
          <ac:spMkLst>
            <pc:docMk/>
            <pc:sldMk cId="2070510055" sldId="2147482432"/>
            <ac:spMk id="41" creationId="{BEDB4356-A997-4AC0-99AB-A4AA9A6F81D0}"/>
          </ac:spMkLst>
        </pc:spChg>
        <pc:spChg chg="add mod">
          <ac:chgData name="Linson V V" userId="075c4cc9-6382-4686-add6-593eb1d48ee5" providerId="ADAL" clId="{5F744F63-9979-465E-90D6-A3A04D40AFF6}" dt="2025-03-07T16:15:49.543" v="10735" actId="1076"/>
          <ac:spMkLst>
            <pc:docMk/>
            <pc:sldMk cId="2070510055" sldId="2147482432"/>
            <ac:spMk id="42" creationId="{012AF3A0-3C93-4B9D-86BA-B544440D9E84}"/>
          </ac:spMkLst>
        </pc:spChg>
        <pc:spChg chg="mod">
          <ac:chgData name="Linson V V" userId="075c4cc9-6382-4686-add6-593eb1d48ee5" providerId="ADAL" clId="{5F744F63-9979-465E-90D6-A3A04D40AFF6}" dt="2025-03-07T16:21:07.411" v="10898"/>
          <ac:spMkLst>
            <pc:docMk/>
            <pc:sldMk cId="2070510055" sldId="2147482432"/>
            <ac:spMk id="44" creationId="{6BB556B0-3CFE-4891-88EF-E0E72C75558D}"/>
          </ac:spMkLst>
        </pc:spChg>
        <pc:graphicFrameChg chg="mod modGraphic">
          <ac:chgData name="Linson V V" userId="075c4cc9-6382-4686-add6-593eb1d48ee5" providerId="ADAL" clId="{5F744F63-9979-465E-90D6-A3A04D40AFF6}" dt="2025-03-07T11:12:56.294" v="10331" actId="798"/>
          <ac:graphicFrameMkLst>
            <pc:docMk/>
            <pc:sldMk cId="2070510055" sldId="2147482432"/>
            <ac:graphicFrameMk id="24" creationId="{90EE76A9-CF2E-F5F1-0F35-EF31DC56C021}"/>
          </ac:graphicFrameMkLst>
        </pc:graphicFrameChg>
      </pc:sldChg>
      <pc:sldChg chg="delSp modSp mod modClrScheme modShow chgLayout">
        <pc:chgData name="Linson V V" userId="075c4cc9-6382-4686-add6-593eb1d48ee5" providerId="ADAL" clId="{5F744F63-9979-465E-90D6-A3A04D40AFF6}" dt="2025-03-07T16:33:50.166" v="10967" actId="729"/>
        <pc:sldMkLst>
          <pc:docMk/>
          <pc:sldMk cId="3574356612" sldId="2147482433"/>
        </pc:sldMkLst>
        <pc:spChg chg="mod ord">
          <ac:chgData name="Linson V V" userId="075c4cc9-6382-4686-add6-593eb1d48ee5" providerId="ADAL" clId="{5F744F63-9979-465E-90D6-A3A04D40AFF6}" dt="2025-03-07T16:33:42.540" v="10966" actId="700"/>
          <ac:spMkLst>
            <pc:docMk/>
            <pc:sldMk cId="3574356612" sldId="2147482433"/>
            <ac:spMk id="2" creationId="{F5EEC88F-45A0-9B3F-4E72-7AFC92946782}"/>
          </ac:spMkLst>
        </pc:spChg>
        <pc:graphicFrameChg chg="mod modGraphic">
          <ac:chgData name="Linson V V" userId="075c4cc9-6382-4686-add6-593eb1d48ee5" providerId="ADAL" clId="{5F744F63-9979-465E-90D6-A3A04D40AFF6}" dt="2025-03-07T16:07:58.598" v="10555" actId="207"/>
          <ac:graphicFrameMkLst>
            <pc:docMk/>
            <pc:sldMk cId="3574356612" sldId="2147482433"/>
            <ac:graphicFrameMk id="5" creationId="{659FF1FB-09B2-3901-7EBE-65CF1B4C6908}"/>
          </ac:graphicFrameMkLst>
        </pc:graphicFrameChg>
      </pc:sldChg>
      <pc:sldMasterChg chg="addSldLayout delSldLayout modSldLayout">
        <pc:chgData name="Linson V V" userId="075c4cc9-6382-4686-add6-593eb1d48ee5" providerId="ADAL" clId="{5F744F63-9979-465E-90D6-A3A04D40AFF6}" dt="2025-03-07T16:40:15.668" v="11004" actId="20577"/>
        <pc:sldMasterMkLst>
          <pc:docMk/>
          <pc:sldMasterMk cId="3767483070" sldId="2147483688"/>
        </pc:sldMasterMkLst>
        <pc:sldLayoutChg chg="modSp mod">
          <pc:chgData name="Linson V V" userId="075c4cc9-6382-4686-add6-593eb1d48ee5" providerId="ADAL" clId="{5F744F63-9979-465E-90D6-A3A04D40AFF6}" dt="2025-03-07T16:40:15.668" v="11004" actId="20577"/>
          <pc:sldLayoutMkLst>
            <pc:docMk/>
            <pc:sldMasterMk cId="3767483070" sldId="2147483688"/>
            <pc:sldLayoutMk cId="3484665057" sldId="2147483740"/>
          </pc:sldLayoutMkLst>
          <pc:spChg chg="mod">
            <ac:chgData name="Linson V V" userId="075c4cc9-6382-4686-add6-593eb1d48ee5" providerId="ADAL" clId="{5F744F63-9979-465E-90D6-A3A04D40AFF6}" dt="2025-03-07T16:40:15.668" v="11004" actId="20577"/>
            <ac:spMkLst>
              <pc:docMk/>
              <pc:sldMasterMk cId="3767483070" sldId="2147483688"/>
              <pc:sldLayoutMk cId="3484665057" sldId="2147483740"/>
              <ac:spMk id="8" creationId="{A129D199-8242-4179-88F4-F717E5BB4959}"/>
            </ac:spMkLst>
          </pc:spChg>
        </pc:sldLayoutChg>
        <pc:sldLayoutChg chg="del">
          <pc:chgData name="Linson V V" userId="075c4cc9-6382-4686-add6-593eb1d48ee5" providerId="ADAL" clId="{5F744F63-9979-465E-90D6-A3A04D40AFF6}" dt="2025-03-06T05:21:23.656" v="3050" actId="2696"/>
          <pc:sldLayoutMkLst>
            <pc:docMk/>
            <pc:sldMasterMk cId="3767483070" sldId="2147483688"/>
            <pc:sldLayoutMk cId="2540444627" sldId="2147483749"/>
          </pc:sldLayoutMkLst>
        </pc:sldLayoutChg>
        <pc:sldLayoutChg chg="add del">
          <pc:chgData name="Linson V V" userId="075c4cc9-6382-4686-add6-593eb1d48ee5" providerId="ADAL" clId="{5F744F63-9979-465E-90D6-A3A04D40AFF6}" dt="2025-03-06T08:56:30.278" v="5333" actId="2696"/>
          <pc:sldLayoutMkLst>
            <pc:docMk/>
            <pc:sldMasterMk cId="3767483070" sldId="2147483688"/>
            <pc:sldLayoutMk cId="3827669955" sldId="2147483749"/>
          </pc:sldLayoutMkLst>
        </pc:sldLayoutChg>
      </pc:sldMasterChg>
    </pc:docChg>
  </pc:docChgLst>
  <pc:docChgLst>
    <pc:chgData name="Sreejith PM" userId="S::sreejith.pm@timesgroup.com::b3fb4f09-9ecc-48ed-a8cc-ede8e446e1db" providerId="AD" clId="Web-{11033219-161A-FDB9-998D-C4D449DA5B21}"/>
    <pc:docChg chg="delSld">
      <pc:chgData name="Sreejith PM" userId="S::sreejith.pm@timesgroup.com::b3fb4f09-9ecc-48ed-a8cc-ede8e446e1db" providerId="AD" clId="Web-{11033219-161A-FDB9-998D-C4D449DA5B21}" dt="2025-01-30T09:39:24.879" v="0"/>
      <pc:docMkLst>
        <pc:docMk/>
      </pc:docMkLst>
      <pc:sldChg chg="del">
        <pc:chgData name="Sreejith PM" userId="S::sreejith.pm@timesgroup.com::b3fb4f09-9ecc-48ed-a8cc-ede8e446e1db" providerId="AD" clId="Web-{11033219-161A-FDB9-998D-C4D449DA5B21}" dt="2025-01-30T09:39:24.879" v="0"/>
        <pc:sldMkLst>
          <pc:docMk/>
          <pc:sldMk cId="742311180" sldId="2147482344"/>
        </pc:sldMkLst>
      </pc:sldChg>
    </pc:docChg>
  </pc:docChgLst>
  <pc:docChgLst>
    <pc:chgData name="Rofiul Hasan" userId="S::rofiul.hasan@timesgroup.com::fbfc0b8b-6514-42de-bf3d-613d9762cbd0" providerId="AD" clId="Web-{56825846-75EF-5514-4503-9A36AFCEC363}"/>
    <pc:docChg chg="modSld">
      <pc:chgData name="Rofiul Hasan" userId="S::rofiul.hasan@timesgroup.com::fbfc0b8b-6514-42de-bf3d-613d9762cbd0" providerId="AD" clId="Web-{56825846-75EF-5514-4503-9A36AFCEC363}" dt="2024-11-09T07:02:28.180" v="22" actId="20577"/>
      <pc:docMkLst>
        <pc:docMk/>
      </pc:docMkLst>
      <pc:sldChg chg="modSp">
        <pc:chgData name="Rofiul Hasan" userId="S::rofiul.hasan@timesgroup.com::fbfc0b8b-6514-42de-bf3d-613d9762cbd0" providerId="AD" clId="Web-{56825846-75EF-5514-4503-9A36AFCEC363}" dt="2024-11-09T07:02:28.180" v="22" actId="20577"/>
        <pc:sldMkLst>
          <pc:docMk/>
          <pc:sldMk cId="555233315" sldId="4563"/>
        </pc:sldMkLst>
      </pc:sldChg>
      <pc:sldChg chg="modSp">
        <pc:chgData name="Rofiul Hasan" userId="S::rofiul.hasan@timesgroup.com::fbfc0b8b-6514-42de-bf3d-613d9762cbd0" providerId="AD" clId="Web-{56825846-75EF-5514-4503-9A36AFCEC363}" dt="2024-11-09T05:45:25.577" v="7" actId="20577"/>
        <pc:sldMkLst>
          <pc:docMk/>
          <pc:sldMk cId="2194504243" sldId="4963"/>
        </pc:sldMkLst>
      </pc:sldChg>
    </pc:docChg>
  </pc:docChgLst>
  <pc:docChgLst>
    <pc:chgData name="Arka Chattopadhyay" userId="S::arka.chattopadhyay@timesgroup.com::74e2200d-4d4b-4c39-8fd0-2c5bba501521" providerId="AD" clId="Web-{66C81B05-C617-2A41-1861-C704F9B28628}"/>
    <pc:docChg chg="sldOrd">
      <pc:chgData name="Arka Chattopadhyay" userId="S::arka.chattopadhyay@timesgroup.com::74e2200d-4d4b-4c39-8fd0-2c5bba501521" providerId="AD" clId="Web-{66C81B05-C617-2A41-1861-C704F9B28628}" dt="2024-11-09T05:12:22.960" v="0"/>
      <pc:docMkLst>
        <pc:docMk/>
      </pc:docMkLst>
      <pc:sldChg chg="ord">
        <pc:chgData name="Arka Chattopadhyay" userId="S::arka.chattopadhyay@timesgroup.com::74e2200d-4d4b-4c39-8fd0-2c5bba501521" providerId="AD" clId="Web-{66C81B05-C617-2A41-1861-C704F9B28628}" dt="2024-11-09T05:12:22.960" v="0"/>
        <pc:sldMkLst>
          <pc:docMk/>
          <pc:sldMk cId="3911173230" sldId="4752"/>
        </pc:sldMkLst>
      </pc:sldChg>
    </pc:docChg>
  </pc:docChgLst>
  <pc:docChgLst>
    <pc:chgData name="Arka Chattopadhyay" userId="S::arka.chattopadhyay@timesgroup.com::74e2200d-4d4b-4c39-8fd0-2c5bba501521" providerId="AD" clId="Web-{36E0A54B-9E9C-3710-930D-9EFDD6A57AFE}"/>
    <pc:docChg chg="addSld modSld sldOrd modSection">
      <pc:chgData name="Arka Chattopadhyay" userId="S::arka.chattopadhyay@timesgroup.com::74e2200d-4d4b-4c39-8fd0-2c5bba501521" providerId="AD" clId="Web-{36E0A54B-9E9C-3710-930D-9EFDD6A57AFE}" dt="2024-11-11T10:25:38.786" v="10"/>
      <pc:docMkLst>
        <pc:docMk/>
      </pc:docMkLst>
      <pc:sldChg chg="addSp delSp modSp ord">
        <pc:chgData name="Arka Chattopadhyay" userId="S::arka.chattopadhyay@timesgroup.com::74e2200d-4d4b-4c39-8fd0-2c5bba501521" providerId="AD" clId="Web-{36E0A54B-9E9C-3710-930D-9EFDD6A57AFE}" dt="2024-11-11T10:25:38.786" v="10"/>
        <pc:sldMkLst>
          <pc:docMk/>
          <pc:sldMk cId="2955553980" sldId="4629"/>
        </pc:sldMkLst>
      </pc:sldChg>
      <pc:sldChg chg="addSp delSp modSp">
        <pc:chgData name="Arka Chattopadhyay" userId="S::arka.chattopadhyay@timesgroup.com::74e2200d-4d4b-4c39-8fd0-2c5bba501521" providerId="AD" clId="Web-{36E0A54B-9E9C-3710-930D-9EFDD6A57AFE}" dt="2024-11-11T10:25:00.583" v="6"/>
        <pc:sldMkLst>
          <pc:docMk/>
          <pc:sldMk cId="692127034" sldId="4753"/>
        </pc:sldMkLst>
      </pc:sldChg>
      <pc:sldChg chg="add">
        <pc:chgData name="Arka Chattopadhyay" userId="S::arka.chattopadhyay@timesgroup.com::74e2200d-4d4b-4c39-8fd0-2c5bba501521" providerId="AD" clId="Web-{36E0A54B-9E9C-3710-930D-9EFDD6A57AFE}" dt="2024-11-11T10:25:24.599" v="9"/>
        <pc:sldMkLst>
          <pc:docMk/>
          <pc:sldMk cId="2245049227" sldId="2147470885"/>
        </pc:sldMkLst>
      </pc:sldChg>
    </pc:docChg>
  </pc:docChgLst>
  <pc:docChgLst>
    <pc:chgData name="Debarshi Ray" userId="S::debarshi.ray@timesgroup.com::6b490f1f-a4e9-4715-bddf-f66a78332026" providerId="AD" clId="Web-{7BBA6AE9-F420-BBAE-F4E3-06D2E4F30070}"/>
    <pc:docChg chg="modSld">
      <pc:chgData name="Debarshi Ray" userId="S::debarshi.ray@timesgroup.com::6b490f1f-a4e9-4715-bddf-f66a78332026" providerId="AD" clId="Web-{7BBA6AE9-F420-BBAE-F4E3-06D2E4F30070}" dt="2024-11-08T11:57:32.614" v="0" actId="1076"/>
      <pc:docMkLst>
        <pc:docMk/>
      </pc:docMkLst>
      <pc:sldChg chg="modSp">
        <pc:chgData name="Debarshi Ray" userId="S::debarshi.ray@timesgroup.com::6b490f1f-a4e9-4715-bddf-f66a78332026" providerId="AD" clId="Web-{7BBA6AE9-F420-BBAE-F4E3-06D2E4F30070}" dt="2024-11-08T11:57:32.614" v="0" actId="1076"/>
        <pc:sldMkLst>
          <pc:docMk/>
          <pc:sldMk cId="1926970232" sldId="4847"/>
        </pc:sldMkLst>
      </pc:sldChg>
    </pc:docChg>
  </pc:docChgLst>
  <pc:docChgLst>
    <pc:chgData name="Linson V V" userId="075c4cc9-6382-4686-add6-593eb1d48ee5" providerId="ADAL" clId="{DFD65453-6430-438D-9FFB-5B35CCEA4932}"/>
    <pc:docChg chg="modSld">
      <pc:chgData name="Linson V V" userId="075c4cc9-6382-4686-add6-593eb1d48ee5" providerId="ADAL" clId="{DFD65453-6430-438D-9FFB-5B35CCEA4932}" dt="2025-01-27T10:56:57.362" v="7" actId="20577"/>
      <pc:docMkLst>
        <pc:docMk/>
      </pc:docMkLst>
      <pc:sldChg chg="modSp mod">
        <pc:chgData name="Linson V V" userId="075c4cc9-6382-4686-add6-593eb1d48ee5" providerId="ADAL" clId="{DFD65453-6430-438D-9FFB-5B35CCEA4932}" dt="2025-01-27T10:56:57.362" v="7" actId="20577"/>
        <pc:sldMkLst>
          <pc:docMk/>
          <pc:sldMk cId="1475570677" sldId="4408"/>
        </pc:sldMkLst>
        <pc:spChg chg="mod">
          <ac:chgData name="Linson V V" userId="075c4cc9-6382-4686-add6-593eb1d48ee5" providerId="ADAL" clId="{DFD65453-6430-438D-9FFB-5B35CCEA4932}" dt="2025-01-27T10:56:57.362" v="7" actId="20577"/>
          <ac:spMkLst>
            <pc:docMk/>
            <pc:sldMk cId="1475570677" sldId="4408"/>
            <ac:spMk id="6" creationId="{B0D267B5-50EF-4847-B663-61DE78DF9792}"/>
          </ac:spMkLst>
        </pc:spChg>
      </pc:sldChg>
    </pc:docChg>
  </pc:docChgLst>
  <pc:docChgLst>
    <pc:chgData name="Arka Chattopadhyay" userId="S::arka.chattopadhyay@timesgroup.com::74e2200d-4d4b-4c39-8fd0-2c5bba501521" providerId="AD" clId="Web-{D2127A04-871A-561F-013B-21516A895505}"/>
    <pc:docChg chg="sldOrd">
      <pc:chgData name="Arka Chattopadhyay" userId="S::arka.chattopadhyay@timesgroup.com::74e2200d-4d4b-4c39-8fd0-2c5bba501521" providerId="AD" clId="Web-{D2127A04-871A-561F-013B-21516A895505}" dt="2024-11-07T12:02:11.122" v="0"/>
      <pc:docMkLst>
        <pc:docMk/>
      </pc:docMkLst>
      <pc:sldChg chg="ord">
        <pc:chgData name="Arka Chattopadhyay" userId="S::arka.chattopadhyay@timesgroup.com::74e2200d-4d4b-4c39-8fd0-2c5bba501521" providerId="AD" clId="Web-{D2127A04-871A-561F-013B-21516A895505}" dt="2024-11-07T12:02:11.122" v="0"/>
        <pc:sldMkLst>
          <pc:docMk/>
          <pc:sldMk cId="402908535" sldId="4746"/>
        </pc:sldMkLst>
      </pc:sldChg>
    </pc:docChg>
  </pc:docChgLst>
  <pc:docChgLst>
    <pc:chgData name="Sreejith PM" userId="b3fb4f09-9ecc-48ed-a8cc-ede8e446e1db" providerId="ADAL" clId="{B937F815-9462-4498-B901-48C6268E58A9}"/>
    <pc:docChg chg="undo custSel addSld delSld modSld sldOrd modSection">
      <pc:chgData name="Sreejith PM" userId="b3fb4f09-9ecc-48ed-a8cc-ede8e446e1db" providerId="ADAL" clId="{B937F815-9462-4498-B901-48C6268E58A9}" dt="2025-02-03T13:09:12.827" v="3825" actId="47"/>
      <pc:docMkLst>
        <pc:docMk/>
      </pc:docMkLst>
      <pc:sldChg chg="del">
        <pc:chgData name="Sreejith PM" userId="b3fb4f09-9ecc-48ed-a8cc-ede8e446e1db" providerId="ADAL" clId="{B937F815-9462-4498-B901-48C6268E58A9}" dt="2025-01-30T09:03:49.035" v="191" actId="47"/>
        <pc:sldMkLst>
          <pc:docMk/>
          <pc:sldMk cId="3090435545" sldId="4709"/>
        </pc:sldMkLst>
      </pc:sldChg>
      <pc:sldChg chg="modSp add mod">
        <pc:chgData name="Sreejith PM" userId="b3fb4f09-9ecc-48ed-a8cc-ede8e446e1db" providerId="ADAL" clId="{B937F815-9462-4498-B901-48C6268E58A9}" dt="2025-01-30T05:15:55.895" v="47" actId="14100"/>
        <pc:sldMkLst>
          <pc:docMk/>
          <pc:sldMk cId="139136722" sldId="4721"/>
        </pc:sldMkLst>
      </pc:sldChg>
      <pc:sldChg chg="modSp add mod">
        <pc:chgData name="Sreejith PM" userId="b3fb4f09-9ecc-48ed-a8cc-ede8e446e1db" providerId="ADAL" clId="{B937F815-9462-4498-B901-48C6268E58A9}" dt="2025-01-30T09:45:54.711" v="406" actId="20577"/>
        <pc:sldMkLst>
          <pc:docMk/>
          <pc:sldMk cId="2530979090" sldId="4722"/>
        </pc:sldMkLst>
      </pc:sldChg>
      <pc:sldChg chg="del">
        <pc:chgData name="Sreejith PM" userId="b3fb4f09-9ecc-48ed-a8cc-ede8e446e1db" providerId="ADAL" clId="{B937F815-9462-4498-B901-48C6268E58A9}" dt="2025-01-30T09:03:49.035" v="191" actId="47"/>
        <pc:sldMkLst>
          <pc:docMk/>
          <pc:sldMk cId="2777340189" sldId="4732"/>
        </pc:sldMkLst>
      </pc:sldChg>
      <pc:sldChg chg="add">
        <pc:chgData name="Sreejith PM" userId="b3fb4f09-9ecc-48ed-a8cc-ede8e446e1db" providerId="ADAL" clId="{B937F815-9462-4498-B901-48C6268E58A9}" dt="2025-01-30T09:03:57.687" v="192"/>
        <pc:sldMkLst>
          <pc:docMk/>
          <pc:sldMk cId="69725028" sldId="4733"/>
        </pc:sldMkLst>
      </pc:sldChg>
      <pc:sldChg chg="delSp modSp add mod">
        <pc:chgData name="Sreejith PM" userId="b3fb4f09-9ecc-48ed-a8cc-ede8e446e1db" providerId="ADAL" clId="{B937F815-9462-4498-B901-48C6268E58A9}" dt="2025-02-03T10:23:52.723" v="3370" actId="20577"/>
        <pc:sldMkLst>
          <pc:docMk/>
          <pc:sldMk cId="3313685249" sldId="4734"/>
        </pc:sldMkLst>
      </pc:sldChg>
      <pc:sldChg chg="modSp add mod">
        <pc:chgData name="Sreejith PM" userId="b3fb4f09-9ecc-48ed-a8cc-ede8e446e1db" providerId="ADAL" clId="{B937F815-9462-4498-B901-48C6268E58A9}" dt="2025-02-03T11:31:28.057" v="3378" actId="20577"/>
        <pc:sldMkLst>
          <pc:docMk/>
          <pc:sldMk cId="2301755188" sldId="4735"/>
        </pc:sldMkLst>
        <pc:spChg chg="mod">
          <ac:chgData name="Sreejith PM" userId="b3fb4f09-9ecc-48ed-a8cc-ede8e446e1db" providerId="ADAL" clId="{B937F815-9462-4498-B901-48C6268E58A9}" dt="2025-02-03T11:31:28.057" v="3378" actId="20577"/>
          <ac:spMkLst>
            <pc:docMk/>
            <pc:sldMk cId="2301755188" sldId="4735"/>
            <ac:spMk id="6" creationId="{5118F9C1-B069-8CFF-EEF1-ACB19FB0355F}"/>
          </ac:spMkLst>
        </pc:spChg>
        <pc:graphicFrameChg chg="mod modGraphic">
          <ac:chgData name="Sreejith PM" userId="b3fb4f09-9ecc-48ed-a8cc-ede8e446e1db" providerId="ADAL" clId="{B937F815-9462-4498-B901-48C6268E58A9}" dt="2025-02-03T07:37:28.459" v="2950" actId="20577"/>
          <ac:graphicFrameMkLst>
            <pc:docMk/>
            <pc:sldMk cId="2301755188" sldId="4735"/>
            <ac:graphicFrameMk id="5" creationId="{416E8AC2-B9A5-9832-1AC8-3540A6B445A2}"/>
          </ac:graphicFrameMkLst>
        </pc:graphicFrameChg>
      </pc:sldChg>
      <pc:sldChg chg="del">
        <pc:chgData name="Sreejith PM" userId="b3fb4f09-9ecc-48ed-a8cc-ede8e446e1db" providerId="ADAL" clId="{B937F815-9462-4498-B901-48C6268E58A9}" dt="2025-01-30T12:10:52.412" v="509" actId="47"/>
        <pc:sldMkLst>
          <pc:docMk/>
          <pc:sldMk cId="1014342432" sldId="4961"/>
        </pc:sldMkLst>
      </pc:sldChg>
      <pc:sldChg chg="add del">
        <pc:chgData name="Sreejith PM" userId="b3fb4f09-9ecc-48ed-a8cc-ede8e446e1db" providerId="ADAL" clId="{B937F815-9462-4498-B901-48C6268E58A9}" dt="2025-01-30T12:11:28.163" v="510" actId="47"/>
        <pc:sldMkLst>
          <pc:docMk/>
          <pc:sldMk cId="2019337683" sldId="5027"/>
        </pc:sldMkLst>
      </pc:sldChg>
      <pc:sldChg chg="add del">
        <pc:chgData name="Sreejith PM" userId="b3fb4f09-9ecc-48ed-a8cc-ede8e446e1db" providerId="ADAL" clId="{B937F815-9462-4498-B901-48C6268E58A9}" dt="2025-01-30T12:11:28.163" v="510" actId="47"/>
        <pc:sldMkLst>
          <pc:docMk/>
          <pc:sldMk cId="1504348582" sldId="5046"/>
        </pc:sldMkLst>
      </pc:sldChg>
      <pc:sldChg chg="modSp mod">
        <pc:chgData name="Sreejith PM" userId="b3fb4f09-9ecc-48ed-a8cc-ede8e446e1db" providerId="ADAL" clId="{B937F815-9462-4498-B901-48C6268E58A9}" dt="2025-01-30T05:22:18.860" v="186" actId="20577"/>
        <pc:sldMkLst>
          <pc:docMk/>
          <pc:sldMk cId="910563683" sldId="5051"/>
        </pc:sldMkLst>
      </pc:sldChg>
      <pc:sldChg chg="modSp mod">
        <pc:chgData name="Sreejith PM" userId="b3fb4f09-9ecc-48ed-a8cc-ede8e446e1db" providerId="ADAL" clId="{B937F815-9462-4498-B901-48C6268E58A9}" dt="2025-02-03T08:45:49.382" v="3000" actId="20577"/>
        <pc:sldMkLst>
          <pc:docMk/>
          <pc:sldMk cId="1277787334" sldId="5079"/>
        </pc:sldMkLst>
      </pc:sldChg>
      <pc:sldChg chg="addSp delSp modSp mod">
        <pc:chgData name="Sreejith PM" userId="b3fb4f09-9ecc-48ed-a8cc-ede8e446e1db" providerId="ADAL" clId="{B937F815-9462-4498-B901-48C6268E58A9}" dt="2025-02-03T11:45:47.237" v="3392" actId="20577"/>
        <pc:sldMkLst>
          <pc:docMk/>
          <pc:sldMk cId="3538360134" sldId="5083"/>
        </pc:sldMkLst>
        <pc:spChg chg="add mod">
          <ac:chgData name="Sreejith PM" userId="b3fb4f09-9ecc-48ed-a8cc-ede8e446e1db" providerId="ADAL" clId="{B937F815-9462-4498-B901-48C6268E58A9}" dt="2025-02-03T11:45:47.237" v="3392" actId="20577"/>
          <ac:spMkLst>
            <pc:docMk/>
            <pc:sldMk cId="3538360134" sldId="5083"/>
            <ac:spMk id="8" creationId="{C977BC1C-30BE-B80B-5C66-6182B4CEE8BA}"/>
          </ac:spMkLst>
        </pc:spChg>
        <pc:spChg chg="add mod">
          <ac:chgData name="Sreejith PM" userId="b3fb4f09-9ecc-48ed-a8cc-ede8e446e1db" providerId="ADAL" clId="{B937F815-9462-4498-B901-48C6268E58A9}" dt="2025-02-03T09:09:26.850" v="3088" actId="6549"/>
          <ac:spMkLst>
            <pc:docMk/>
            <pc:sldMk cId="3538360134" sldId="5083"/>
            <ac:spMk id="9" creationId="{1397880F-A0EF-7842-4E76-A44384497B8A}"/>
          </ac:spMkLst>
        </pc:spChg>
        <pc:spChg chg="mod">
          <ac:chgData name="Sreejith PM" userId="b3fb4f09-9ecc-48ed-a8cc-ede8e446e1db" providerId="ADAL" clId="{B937F815-9462-4498-B901-48C6268E58A9}" dt="2025-02-03T09:12:26.145" v="3100" actId="20577"/>
          <ac:spMkLst>
            <pc:docMk/>
            <pc:sldMk cId="3538360134" sldId="5083"/>
            <ac:spMk id="76" creationId="{7693A3C0-A62E-4A91-AAB0-1A83D05A0D1A}"/>
          </ac:spMkLst>
        </pc:spChg>
        <pc:spChg chg="mod">
          <ac:chgData name="Sreejith PM" userId="b3fb4f09-9ecc-48ed-a8cc-ede8e446e1db" providerId="ADAL" clId="{B937F815-9462-4498-B901-48C6268E58A9}" dt="2025-02-01T10:53:58.698" v="2186" actId="20577"/>
          <ac:spMkLst>
            <pc:docMk/>
            <pc:sldMk cId="3538360134" sldId="5083"/>
            <ac:spMk id="103" creationId="{AC9D2B3F-AD16-4B5C-A294-84948C890F11}"/>
          </ac:spMkLst>
        </pc:spChg>
        <pc:spChg chg="mod">
          <ac:chgData name="Sreejith PM" userId="b3fb4f09-9ecc-48ed-a8cc-ede8e446e1db" providerId="ADAL" clId="{B937F815-9462-4498-B901-48C6268E58A9}" dt="2025-02-01T10:42:19.655" v="2105" actId="1076"/>
          <ac:spMkLst>
            <pc:docMk/>
            <pc:sldMk cId="3538360134" sldId="5083"/>
            <ac:spMk id="119" creationId="{ADE72FA0-1D1B-46DB-AAA9-B590174CBF06}"/>
          </ac:spMkLst>
        </pc:spChg>
        <pc:spChg chg="mod">
          <ac:chgData name="Sreejith PM" userId="b3fb4f09-9ecc-48ed-a8cc-ede8e446e1db" providerId="ADAL" clId="{B937F815-9462-4498-B901-48C6268E58A9}" dt="2025-02-01T10:41:07.068" v="2087" actId="1037"/>
          <ac:spMkLst>
            <pc:docMk/>
            <pc:sldMk cId="3538360134" sldId="5083"/>
            <ac:spMk id="123" creationId="{9322EE38-9AF2-4023-8064-A5314C9B1CE9}"/>
          </ac:spMkLst>
        </pc:spChg>
        <pc:spChg chg="mod">
          <ac:chgData name="Sreejith PM" userId="b3fb4f09-9ecc-48ed-a8cc-ede8e446e1db" providerId="ADAL" clId="{B937F815-9462-4498-B901-48C6268E58A9}" dt="2025-02-03T09:09:36.200" v="3089" actId="20577"/>
          <ac:spMkLst>
            <pc:docMk/>
            <pc:sldMk cId="3538360134" sldId="5083"/>
            <ac:spMk id="128" creationId="{9DF75B7F-BC0A-48B7-A926-B38799E16664}"/>
          </ac:spMkLst>
        </pc:spChg>
      </pc:sldChg>
      <pc:sldChg chg="modSp mod">
        <pc:chgData name="Sreejith PM" userId="b3fb4f09-9ecc-48ed-a8cc-ede8e446e1db" providerId="ADAL" clId="{B937F815-9462-4498-B901-48C6268E58A9}" dt="2025-01-30T10:27:53.828" v="507" actId="20577"/>
        <pc:sldMkLst>
          <pc:docMk/>
          <pc:sldMk cId="3304284" sldId="2147470883"/>
        </pc:sldMkLst>
      </pc:sldChg>
      <pc:sldChg chg="add">
        <pc:chgData name="Sreejith PM" userId="b3fb4f09-9ecc-48ed-a8cc-ede8e446e1db" providerId="ADAL" clId="{B937F815-9462-4498-B901-48C6268E58A9}" dt="2025-01-30T13:32:35.179" v="579"/>
        <pc:sldMkLst>
          <pc:docMk/>
          <pc:sldMk cId="485952067" sldId="2147470892"/>
        </pc:sldMkLst>
      </pc:sldChg>
      <pc:sldChg chg="mod">
        <pc:chgData name="Sreejith PM" userId="b3fb4f09-9ecc-48ed-a8cc-ede8e446e1db" providerId="ADAL" clId="{B937F815-9462-4498-B901-48C6268E58A9}" dt="2025-02-03T08:17:28.195" v="2996" actId="27918"/>
        <pc:sldMkLst>
          <pc:docMk/>
          <pc:sldMk cId="2565340007" sldId="2147470892"/>
        </pc:sldMkLst>
      </pc:sldChg>
      <pc:sldChg chg="delSp modSp mod">
        <pc:chgData name="Sreejith PM" userId="b3fb4f09-9ecc-48ed-a8cc-ede8e446e1db" providerId="ADAL" clId="{B937F815-9462-4498-B901-48C6268E58A9}" dt="2025-02-03T09:37:15.012" v="3341" actId="478"/>
        <pc:sldMkLst>
          <pc:docMk/>
          <pc:sldMk cId="3171269735" sldId="2147471068"/>
        </pc:sldMkLst>
      </pc:sldChg>
      <pc:sldChg chg="del">
        <pc:chgData name="Sreejith PM" userId="b3fb4f09-9ecc-48ed-a8cc-ede8e446e1db" providerId="ADAL" clId="{B937F815-9462-4498-B901-48C6268E58A9}" dt="2025-01-30T09:03:49.035" v="191" actId="47"/>
        <pc:sldMkLst>
          <pc:docMk/>
          <pc:sldMk cId="3565820774" sldId="2147482339"/>
        </pc:sldMkLst>
      </pc:sldChg>
      <pc:sldChg chg="modSp mod">
        <pc:chgData name="Sreejith PM" userId="b3fb4f09-9ecc-48ed-a8cc-ede8e446e1db" providerId="ADAL" clId="{B937F815-9462-4498-B901-48C6268E58A9}" dt="2025-01-30T05:22:43.380" v="187" actId="313"/>
        <pc:sldMkLst>
          <pc:docMk/>
          <pc:sldMk cId="358145238" sldId="2147482341"/>
        </pc:sldMkLst>
      </pc:sldChg>
      <pc:sldChg chg="mod">
        <pc:chgData name="Sreejith PM" userId="b3fb4f09-9ecc-48ed-a8cc-ede8e446e1db" providerId="ADAL" clId="{B937F815-9462-4498-B901-48C6268E58A9}" dt="2025-01-30T05:02:19.951" v="33" actId="27918"/>
        <pc:sldMkLst>
          <pc:docMk/>
          <pc:sldMk cId="742311180" sldId="2147482344"/>
        </pc:sldMkLst>
      </pc:sldChg>
      <pc:sldChg chg="addSp modSp mod ord">
        <pc:chgData name="Sreejith PM" userId="b3fb4f09-9ecc-48ed-a8cc-ede8e446e1db" providerId="ADAL" clId="{B937F815-9462-4498-B901-48C6268E58A9}" dt="2025-01-30T05:07:55.733" v="35"/>
        <pc:sldMkLst>
          <pc:docMk/>
          <pc:sldMk cId="3105321441" sldId="2147482345"/>
        </pc:sldMkLst>
      </pc:sldChg>
      <pc:sldChg chg="addSp delSp modSp add mod">
        <pc:chgData name="Sreejith PM" userId="b3fb4f09-9ecc-48ed-a8cc-ede8e446e1db" providerId="ADAL" clId="{B937F815-9462-4498-B901-48C6268E58A9}" dt="2025-02-03T07:28:16.814" v="2886" actId="478"/>
        <pc:sldMkLst>
          <pc:docMk/>
          <pc:sldMk cId="1656350170" sldId="2147482346"/>
        </pc:sldMkLst>
      </pc:sldChg>
      <pc:sldChg chg="addSp modSp add del mod">
        <pc:chgData name="Sreejith PM" userId="b3fb4f09-9ecc-48ed-a8cc-ede8e446e1db" providerId="ADAL" clId="{B937F815-9462-4498-B901-48C6268E58A9}" dt="2025-01-31T11:10:48.623" v="1227" actId="47"/>
        <pc:sldMkLst>
          <pc:docMk/>
          <pc:sldMk cId="577662356" sldId="2147482348"/>
        </pc:sldMkLst>
      </pc:sldChg>
      <pc:sldChg chg="addSp delSp modSp new mod modClrScheme chgLayout">
        <pc:chgData name="Sreejith PM" userId="b3fb4f09-9ecc-48ed-a8cc-ede8e446e1db" providerId="ADAL" clId="{B937F815-9462-4498-B901-48C6268E58A9}" dt="2025-01-30T13:26:20.174" v="556" actId="20577"/>
        <pc:sldMkLst>
          <pc:docMk/>
          <pc:sldMk cId="535556265" sldId="2147482349"/>
        </pc:sldMkLst>
      </pc:sldChg>
      <pc:sldChg chg="addSp modSp new mod">
        <pc:chgData name="Sreejith PM" userId="b3fb4f09-9ecc-48ed-a8cc-ede8e446e1db" providerId="ADAL" clId="{B937F815-9462-4498-B901-48C6268E58A9}" dt="2025-01-30T13:29:23.810" v="577" actId="3064"/>
        <pc:sldMkLst>
          <pc:docMk/>
          <pc:sldMk cId="1726139461" sldId="2147482350"/>
        </pc:sldMkLst>
      </pc:sldChg>
      <pc:sldChg chg="modSp mod">
        <pc:chgData name="Sreejith PM" userId="b3fb4f09-9ecc-48ed-a8cc-ede8e446e1db" providerId="ADAL" clId="{B937F815-9462-4498-B901-48C6268E58A9}" dt="2025-02-03T06:25:40.360" v="2461" actId="20577"/>
        <pc:sldMkLst>
          <pc:docMk/>
          <pc:sldMk cId="343334689" sldId="2147482351"/>
        </pc:sldMkLst>
        <pc:spChg chg="mod">
          <ac:chgData name="Sreejith PM" userId="b3fb4f09-9ecc-48ed-a8cc-ede8e446e1db" providerId="ADAL" clId="{B937F815-9462-4498-B901-48C6268E58A9}" dt="2025-02-01T09:52:24.927" v="1927" actId="1076"/>
          <ac:spMkLst>
            <pc:docMk/>
            <pc:sldMk cId="343334689" sldId="2147482351"/>
            <ac:spMk id="11" creationId="{19BA0B6F-3289-130F-642F-4B42925BBA24}"/>
          </ac:spMkLst>
        </pc:spChg>
        <pc:graphicFrameChg chg="mod modGraphic">
          <ac:chgData name="Sreejith PM" userId="b3fb4f09-9ecc-48ed-a8cc-ede8e446e1db" providerId="ADAL" clId="{B937F815-9462-4498-B901-48C6268E58A9}" dt="2025-02-03T06:25:40.360" v="2461" actId="20577"/>
          <ac:graphicFrameMkLst>
            <pc:docMk/>
            <pc:sldMk cId="343334689" sldId="2147482351"/>
            <ac:graphicFrameMk id="9" creationId="{52D6CC8F-720E-342D-DF19-2EFA6011B023}"/>
          </ac:graphicFrameMkLst>
        </pc:graphicFrameChg>
      </pc:sldChg>
      <pc:sldChg chg="new del">
        <pc:chgData name="Sreejith PM" userId="b3fb4f09-9ecc-48ed-a8cc-ede8e446e1db" providerId="ADAL" clId="{B937F815-9462-4498-B901-48C6268E58A9}" dt="2025-01-30T13:32:39.645" v="580" actId="47"/>
        <pc:sldMkLst>
          <pc:docMk/>
          <pc:sldMk cId="2552231162" sldId="2147482351"/>
        </pc:sldMkLst>
      </pc:sldChg>
      <pc:sldChg chg="addSp modSp add mod">
        <pc:chgData name="Sreejith PM" userId="b3fb4f09-9ecc-48ed-a8cc-ede8e446e1db" providerId="ADAL" clId="{B937F815-9462-4498-B901-48C6268E58A9}" dt="2025-01-31T11:33:23.794" v="1272" actId="20577"/>
        <pc:sldMkLst>
          <pc:docMk/>
          <pc:sldMk cId="2595615293" sldId="2147482352"/>
        </pc:sldMkLst>
      </pc:sldChg>
      <pc:sldChg chg="addSp delSp modSp add mod">
        <pc:chgData name="Sreejith PM" userId="b3fb4f09-9ecc-48ed-a8cc-ede8e446e1db" providerId="ADAL" clId="{B937F815-9462-4498-B901-48C6268E58A9}" dt="2025-01-31T11:10:39.267" v="1226"/>
        <pc:sldMkLst>
          <pc:docMk/>
          <pc:sldMk cId="1120156055" sldId="2147482353"/>
        </pc:sldMkLst>
      </pc:sldChg>
      <pc:sldChg chg="modSp mod">
        <pc:chgData name="Sreejith PM" userId="b3fb4f09-9ecc-48ed-a8cc-ede8e446e1db" providerId="ADAL" clId="{B937F815-9462-4498-B901-48C6268E58A9}" dt="2025-02-01T09:39:02.111" v="1881"/>
        <pc:sldMkLst>
          <pc:docMk/>
          <pc:sldMk cId="3280523327" sldId="2147482354"/>
        </pc:sldMkLst>
      </pc:sldChg>
      <pc:sldChg chg="modSp mod">
        <pc:chgData name="Sreejith PM" userId="b3fb4f09-9ecc-48ed-a8cc-ede8e446e1db" providerId="ADAL" clId="{B937F815-9462-4498-B901-48C6268E58A9}" dt="2025-02-01T11:23:14.141" v="2334" actId="20577"/>
        <pc:sldMkLst>
          <pc:docMk/>
          <pc:sldMk cId="1194053806" sldId="2147482357"/>
        </pc:sldMkLst>
      </pc:sldChg>
      <pc:sldChg chg="modSp mod">
        <pc:chgData name="Sreejith PM" userId="b3fb4f09-9ecc-48ed-a8cc-ede8e446e1db" providerId="ADAL" clId="{B937F815-9462-4498-B901-48C6268E58A9}" dt="2025-02-01T10:31:13.347" v="1982" actId="20577"/>
        <pc:sldMkLst>
          <pc:docMk/>
          <pc:sldMk cId="2384935863" sldId="2147482358"/>
        </pc:sldMkLst>
      </pc:sldChg>
      <pc:sldChg chg="addSp modSp mod">
        <pc:chgData name="Sreejith PM" userId="b3fb4f09-9ecc-48ed-a8cc-ede8e446e1db" providerId="ADAL" clId="{B937F815-9462-4498-B901-48C6268E58A9}" dt="2025-02-03T13:03:56.233" v="3823" actId="6549"/>
        <pc:sldMkLst>
          <pc:docMk/>
          <pc:sldMk cId="172320599" sldId="2147482362"/>
        </pc:sldMkLst>
      </pc:sldChg>
      <pc:sldChg chg="delSp modSp add mod">
        <pc:chgData name="Sreejith PM" userId="b3fb4f09-9ecc-48ed-a8cc-ede8e446e1db" providerId="ADAL" clId="{B937F815-9462-4498-B901-48C6268E58A9}" dt="2025-02-03T07:47:30.900" v="2990" actId="20577"/>
        <pc:sldMkLst>
          <pc:docMk/>
          <pc:sldMk cId="3481101215" sldId="2147482365"/>
        </pc:sldMkLst>
      </pc:sldChg>
      <pc:sldChg chg="addSp delSp modSp mod">
        <pc:chgData name="Sreejith PM" userId="b3fb4f09-9ecc-48ed-a8cc-ede8e446e1db" providerId="ADAL" clId="{B937F815-9462-4498-B901-48C6268E58A9}" dt="2025-02-03T12:30:20.099" v="3785" actId="14100"/>
        <pc:sldMkLst>
          <pc:docMk/>
          <pc:sldMk cId="3552934800" sldId="2147482367"/>
        </pc:sldMkLst>
      </pc:sldChg>
      <pc:sldChg chg="new del">
        <pc:chgData name="Sreejith PM" userId="b3fb4f09-9ecc-48ed-a8cc-ede8e446e1db" providerId="ADAL" clId="{B937F815-9462-4498-B901-48C6268E58A9}" dt="2025-02-03T13:09:12.827" v="3825" actId="47"/>
        <pc:sldMkLst>
          <pc:docMk/>
          <pc:sldMk cId="2728173336" sldId="2147482368"/>
        </pc:sldMkLst>
      </pc:sldChg>
    </pc:docChg>
  </pc:docChgLst>
  <pc:docChgLst>
    <pc:chgData name="Rofiul Hasan" userId="S::rofiul.hasan@timesgroup.com::fbfc0b8b-6514-42de-bf3d-613d9762cbd0" providerId="AD" clId="Web-{2BE12361-05A6-0B58-0923-0D604F0D5065}"/>
    <pc:docChg chg="modSld">
      <pc:chgData name="Rofiul Hasan" userId="S::rofiul.hasan@timesgroup.com::fbfc0b8b-6514-42de-bf3d-613d9762cbd0" providerId="AD" clId="Web-{2BE12361-05A6-0B58-0923-0D604F0D5065}" dt="2025-02-03T04:46:52.731" v="68" actId="20577"/>
      <pc:docMkLst>
        <pc:docMk/>
      </pc:docMkLst>
      <pc:sldChg chg="modSp">
        <pc:chgData name="Rofiul Hasan" userId="S::rofiul.hasan@timesgroup.com::fbfc0b8b-6514-42de-bf3d-613d9762cbd0" providerId="AD" clId="Web-{2BE12361-05A6-0B58-0923-0D604F0D5065}" dt="2025-02-03T04:46:52.731" v="68" actId="20577"/>
        <pc:sldMkLst>
          <pc:docMk/>
          <pc:sldMk cId="3538360134" sldId="5083"/>
        </pc:sldMkLst>
        <pc:spChg chg="mod">
          <ac:chgData name="Rofiul Hasan" userId="S::rofiul.hasan@timesgroup.com::fbfc0b8b-6514-42de-bf3d-613d9762cbd0" providerId="AD" clId="Web-{2BE12361-05A6-0B58-0923-0D604F0D5065}" dt="2025-02-03T04:46:52.731" v="68" actId="20577"/>
          <ac:spMkLst>
            <pc:docMk/>
            <pc:sldMk cId="3538360134" sldId="5083"/>
            <ac:spMk id="139" creationId="{2E4E1C87-2A80-48BF-9DDF-A5F48820ACC7}"/>
          </ac:spMkLst>
        </pc:spChg>
      </pc:sldChg>
    </pc:docChg>
  </pc:docChgLst>
  <pc:docChgLst>
    <pc:chgData name="Rofiul Hasan" userId="S::rofiul.hasan@timesgroup.com::fbfc0b8b-6514-42de-bf3d-613d9762cbd0" providerId="AD" clId="Web-{2D8CD69E-476E-8C3D-97D7-E74BA9FCF06C}"/>
    <pc:docChg chg="modSld">
      <pc:chgData name="Rofiul Hasan" userId="S::rofiul.hasan@timesgroup.com::fbfc0b8b-6514-42de-bf3d-613d9762cbd0" providerId="AD" clId="Web-{2D8CD69E-476E-8C3D-97D7-E74BA9FCF06C}" dt="2025-03-07T07:35:54.088" v="187"/>
      <pc:docMkLst>
        <pc:docMk/>
      </pc:docMkLst>
      <pc:sldChg chg="modSp">
        <pc:chgData name="Rofiul Hasan" userId="S::rofiul.hasan@timesgroup.com::fbfc0b8b-6514-42de-bf3d-613d9762cbd0" providerId="AD" clId="Web-{2D8CD69E-476E-8C3D-97D7-E74BA9FCF06C}" dt="2025-03-07T07:30:40.522" v="47" actId="14100"/>
        <pc:sldMkLst>
          <pc:docMk/>
          <pc:sldMk cId="176398265" sldId="4725"/>
        </pc:sldMkLst>
        <pc:spChg chg="mod">
          <ac:chgData name="Rofiul Hasan" userId="S::rofiul.hasan@timesgroup.com::fbfc0b8b-6514-42de-bf3d-613d9762cbd0" providerId="AD" clId="Web-{2D8CD69E-476E-8C3D-97D7-E74BA9FCF06C}" dt="2025-03-07T07:26:23.566" v="2" actId="20577"/>
          <ac:spMkLst>
            <pc:docMk/>
            <pc:sldMk cId="176398265" sldId="4725"/>
            <ac:spMk id="2" creationId="{37A73958-6935-4337-89DA-B1D5C54F448B}"/>
          </ac:spMkLst>
        </pc:spChg>
        <pc:spChg chg="mod">
          <ac:chgData name="Rofiul Hasan" userId="S::rofiul.hasan@timesgroup.com::fbfc0b8b-6514-42de-bf3d-613d9762cbd0" providerId="AD" clId="Web-{2D8CD69E-476E-8C3D-97D7-E74BA9FCF06C}" dt="2025-03-07T07:30:40.522" v="47" actId="14100"/>
          <ac:spMkLst>
            <pc:docMk/>
            <pc:sldMk cId="176398265" sldId="4725"/>
            <ac:spMk id="7" creationId="{6482209A-17D6-4483-9520-B2DFAF3FDDB7}"/>
          </ac:spMkLst>
        </pc:spChg>
      </pc:sldChg>
      <pc:sldChg chg="addSp modSp">
        <pc:chgData name="Rofiul Hasan" userId="S::rofiul.hasan@timesgroup.com::fbfc0b8b-6514-42de-bf3d-613d9762cbd0" providerId="AD" clId="Web-{2D8CD69E-476E-8C3D-97D7-E74BA9FCF06C}" dt="2025-03-07T07:35:54.088" v="187"/>
        <pc:sldMkLst>
          <pc:docMk/>
          <pc:sldMk cId="1575351105" sldId="2147482413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5202901466313642E-2"/>
          <c:y val="8.262753483940552E-2"/>
          <c:w val="0.92673312224478566"/>
          <c:h val="0.85676648565609403"/>
        </c:manualLayout>
      </c:layout>
      <c:barChart>
        <c:barDir val="col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199"/>
        <c:overlap val="-22"/>
        <c:axId val="344665856"/>
        <c:axId val="258516096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Sheet1!$C$2</c15:sqref>
                        </c15:formulaRef>
                      </c:ext>
                    </c:extLst>
                    <c:strCache>
                      <c:ptCount val="1"/>
                      <c:pt idx="0">
                        <c:v>Exe</c:v>
                      </c:pt>
                    </c:strCache>
                  </c:strRef>
                </c:tx>
                <c:spPr>
                  <a:solidFill>
                    <a:srgbClr val="1E485E"/>
                  </a:solidFill>
                  <a:ln>
                    <a:noFill/>
                  </a:ln>
                  <a:effectLst/>
                </c:spPr>
                <c:invertIfNegative val="0"/>
                <c:dLbls>
                  <c:numFmt formatCode="#,##0" sourceLinked="0"/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anchor="ctr" anchorCtr="1"/>
                    <a:lstStyle/>
                    <a:p>
                      <a:pPr>
                        <a:defRPr sz="1200" b="0" i="1" u="none" strike="noStrike" kern="1200" baseline="0">
                          <a:solidFill>
                            <a:srgbClr val="1E485E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0"/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Sheet1!$B$11:$B$18</c15:sqref>
                        </c15:formulaRef>
                      </c:ext>
                    </c:extLst>
                    <c:strCache>
                      <c:ptCount val="8"/>
                      <c:pt idx="0">
                        <c:v>FY 19</c:v>
                      </c:pt>
                      <c:pt idx="1">
                        <c:v>FY 20</c:v>
                      </c:pt>
                      <c:pt idx="2">
                        <c:v>FY 21</c:v>
                      </c:pt>
                      <c:pt idx="3">
                        <c:v>FY 22</c:v>
                      </c:pt>
                      <c:pt idx="4">
                        <c:v>FY 23</c:v>
                      </c:pt>
                      <c:pt idx="5">
                        <c:v>FY 24</c:v>
                      </c:pt>
                      <c:pt idx="6">
                        <c:v>FY 25 Dec</c:v>
                      </c:pt>
                      <c:pt idx="7">
                        <c:v>FY 26 Proj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Sheet1!$C$11:$C$18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891</c:v>
                      </c:pt>
                      <c:pt idx="1">
                        <c:v>893</c:v>
                      </c:pt>
                      <c:pt idx="2">
                        <c:v>880</c:v>
                      </c:pt>
                      <c:pt idx="3">
                        <c:v>803</c:v>
                      </c:pt>
                      <c:pt idx="4">
                        <c:v>802</c:v>
                      </c:pt>
                      <c:pt idx="5">
                        <c:v>789</c:v>
                      </c:pt>
                      <c:pt idx="6">
                        <c:v>779</c:v>
                      </c:pt>
                      <c:pt idx="7">
                        <c:v>768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4-2CA9-41FB-A998-1A1F570C9FC4}"/>
                  </c:ext>
                </c:extLst>
              </c15:ser>
            </c15:filteredBarSeries>
            <c15:filteredBar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Sheet1!$D$2</c15:sqref>
                        </c15:formulaRef>
                      </c:ext>
                    </c:extLst>
                    <c:strCache>
                      <c:ptCount val="1"/>
                      <c:pt idx="0">
                        <c:v>WB</c:v>
                      </c:pt>
                    </c:strCache>
                  </c:strRef>
                </c:tx>
                <c:spPr>
                  <a:solidFill>
                    <a:srgbClr val="3C708C"/>
                  </a:solidFill>
                  <a:ln>
                    <a:noFill/>
                  </a:ln>
                  <a:effectLst/>
                </c:spPr>
                <c:invertIfNegative val="0"/>
                <c:dLbls>
                  <c:dLbl>
                    <c:idx val="0"/>
                    <c:layout>
                      <c:manualLayout>
                        <c:x val="1.0003642271012617E-2"/>
                        <c:y val="0"/>
                      </c:manualLayout>
                    </c:layout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 xmlns:c15="http://schemas.microsoft.com/office/drawing/2012/chart">
                      <c:ext xmlns:c15="http://schemas.microsoft.com/office/drawing/2012/chart" uri="{CE6537A1-D6FC-4f65-9D91-7224C49458BB}"/>
                      <c:ext xmlns:c16="http://schemas.microsoft.com/office/drawing/2014/chart" uri="{C3380CC4-5D6E-409C-BE32-E72D297353CC}">
                        <c16:uniqueId val="{00000005-2CA9-41FB-A998-1A1F570C9FC4}"/>
                      </c:ext>
                    </c:extLst>
                  </c:dLbl>
                  <c:dLbl>
                    <c:idx val="1"/>
                    <c:layout>
                      <c:manualLayout>
                        <c:x val="4.0014569084050756E-3"/>
                        <c:y val="-7.5277295874832933E-17"/>
                      </c:manualLayout>
                    </c:layout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 xmlns:c15="http://schemas.microsoft.com/office/drawing/2012/chart">
                      <c:ext xmlns:c15="http://schemas.microsoft.com/office/drawing/2012/chart" uri="{CE6537A1-D6FC-4f65-9D91-7224C49458BB}"/>
                      <c:ext xmlns:c16="http://schemas.microsoft.com/office/drawing/2014/chart" uri="{C3380CC4-5D6E-409C-BE32-E72D297353CC}">
                        <c16:uniqueId val="{00000006-2CA9-41FB-A998-1A1F570C9FC4}"/>
                      </c:ext>
                    </c:extLst>
                  </c:dLbl>
                  <c:dLbl>
                    <c:idx val="2"/>
                    <c:layout>
                      <c:manualLayout>
                        <c:x val="6.0021853626076142E-3"/>
                        <c:y val="0"/>
                      </c:manualLayout>
                    </c:layout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 xmlns:c15="http://schemas.microsoft.com/office/drawing/2012/chart">
                      <c:ext xmlns:c15="http://schemas.microsoft.com/office/drawing/2012/chart" uri="{CE6537A1-D6FC-4f65-9D91-7224C49458BB}"/>
                      <c:ext xmlns:c16="http://schemas.microsoft.com/office/drawing/2014/chart" uri="{C3380CC4-5D6E-409C-BE32-E72D297353CC}">
                        <c16:uniqueId val="{00000007-2CA9-41FB-A998-1A1F570C9FC4}"/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anchor="ctr" anchorCtr="1"/>
                    <a:lstStyle/>
                    <a:p>
                      <a:pPr>
                        <a:defRPr sz="1200" b="0" i="1" u="none" strike="noStrike" kern="1200" baseline="0">
                          <a:solidFill>
                            <a:srgbClr val="3C708C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0"/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Sheet1!$B$11:$B$18</c15:sqref>
                        </c15:formulaRef>
                      </c:ext>
                    </c:extLst>
                    <c:strCache>
                      <c:ptCount val="8"/>
                      <c:pt idx="0">
                        <c:v>FY 19</c:v>
                      </c:pt>
                      <c:pt idx="1">
                        <c:v>FY 20</c:v>
                      </c:pt>
                      <c:pt idx="2">
                        <c:v>FY 21</c:v>
                      </c:pt>
                      <c:pt idx="3">
                        <c:v>FY 22</c:v>
                      </c:pt>
                      <c:pt idx="4">
                        <c:v>FY 23</c:v>
                      </c:pt>
                      <c:pt idx="5">
                        <c:v>FY 24</c:v>
                      </c:pt>
                      <c:pt idx="6">
                        <c:v>FY 25 Dec</c:v>
                      </c:pt>
                      <c:pt idx="7">
                        <c:v>FY 26 Proj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Sheet1!$D$11:$D$18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230</c:v>
                      </c:pt>
                      <c:pt idx="1">
                        <c:v>193</c:v>
                      </c:pt>
                      <c:pt idx="2">
                        <c:v>155</c:v>
                      </c:pt>
                      <c:pt idx="3">
                        <c:v>60</c:v>
                      </c:pt>
                      <c:pt idx="4">
                        <c:v>53</c:v>
                      </c:pt>
                      <c:pt idx="5">
                        <c:v>46</c:v>
                      </c:pt>
                      <c:pt idx="6">
                        <c:v>46</c:v>
                      </c:pt>
                      <c:pt idx="7">
                        <c:v>42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0-2CA9-41FB-A998-1A1F570C9FC4}"/>
                  </c:ext>
                </c:extLst>
              </c15:ser>
            </c15:filteredBarSeries>
          </c:ext>
        </c:extLst>
      </c:barChart>
      <c:lineChart>
        <c:grouping val="standard"/>
        <c:varyColors val="0"/>
        <c:ser>
          <c:idx val="3"/>
          <c:order val="3"/>
          <c:tx>
            <c:strRef>
              <c:f>Sheet1!$F$2</c:f>
              <c:strCache>
                <c:ptCount val="1"/>
                <c:pt idx="0">
                  <c:v>Staff Cost (Rs Lakh)</c:v>
                </c:pt>
              </c:strCache>
              <c:extLst xmlns:c15="http://schemas.microsoft.com/office/drawing/2012/chart"/>
            </c:strRef>
          </c:tx>
          <c:spPr>
            <a:ln w="28575" cap="rnd">
              <a:solidFill>
                <a:schemeClr val="accent4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chemeClr val="accent4">
                  <a:lumMod val="75000"/>
                </a:schemeClr>
              </a:solidFill>
              <a:ln w="25400">
                <a:solidFill>
                  <a:schemeClr val="bg1"/>
                </a:solidFill>
              </a:ln>
              <a:effectLst/>
            </c:spPr>
          </c:marker>
          <c:dPt>
            <c:idx val="7"/>
            <c:marker>
              <c:symbol val="circle"/>
              <c:size val="8"/>
              <c:spPr>
                <a:noFill/>
                <a:ln w="25400">
                  <a:solidFill>
                    <a:schemeClr val="bg1"/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bg1"/>
                </a:solidFill>
                <a:prstDash val="sysDot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10-971F-4E18-A637-3A59215C47F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CA6CAE28-C9FE-4DC9-A724-EF92F9E7101E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 xmlns:c15="http://schemas.microsoft.com/office/drawing/2012/chart"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9-971F-4E18-A637-3A59215C47F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F7E7FD59-7631-2F4C-BFA8-DAA246374F62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A-971F-4E18-A637-3A59215C47F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7E23BCA0-57E0-CF4F-ABF0-7845F2603B27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B-971F-4E18-A637-3A59215C47F4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197566E2-FB5D-8B49-A4B6-E3DB69402407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C-971F-4E18-A637-3A59215C47F4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2E17F94D-E37C-6A46-AC74-3C1446E93D1F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D-971F-4E18-A637-3A59215C47F4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D9B567BC-0847-DA4C-A604-79330DAFC9FD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E-971F-4E18-A637-3A59215C47F4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D881673B-9D88-2344-8F77-4CA58CE157E9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F-971F-4E18-A637-3A59215C47F4}"/>
                </c:ext>
              </c:extLst>
            </c:dLbl>
            <c:dLbl>
              <c:idx val="7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1" i="0" u="none" strike="noStrike" kern="1200" baseline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pPr>
                    <a:fld id="{D9BFD5BF-9D37-E146-9AB5-34A9F281C064}" type="CELLRANGE">
                      <a:rPr lang="en-US"/>
                      <a:pPr>
                        <a:defRPr b="1">
                          <a:solidFill>
                            <a:schemeClr val="bg1"/>
                          </a:solidFill>
                        </a:defRPr>
                      </a:pPr>
                      <a:t>[CELLRANGE]</a:t>
                    </a:fld>
                    <a:endParaRPr 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chemeClr val="bg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en-IN"/>
                </a:p>
              </c:txPr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0-971F-4E18-A637-3A59215C47F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rgbClr val="BF9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Sheet1!$B$11:$B$18</c:f>
              <c:strCache>
                <c:ptCount val="8"/>
                <c:pt idx="0">
                  <c:v>FY 19</c:v>
                </c:pt>
                <c:pt idx="1">
                  <c:v>FY 20</c:v>
                </c:pt>
                <c:pt idx="2">
                  <c:v>FY 21</c:v>
                </c:pt>
                <c:pt idx="3">
                  <c:v>FY 22</c:v>
                </c:pt>
                <c:pt idx="4">
                  <c:v>FY 23</c:v>
                </c:pt>
                <c:pt idx="5">
                  <c:v>FY 24</c:v>
                </c:pt>
                <c:pt idx="6">
                  <c:v>FY 25 Dec</c:v>
                </c:pt>
                <c:pt idx="7">
                  <c:v>FY 26 Proj</c:v>
                </c:pt>
              </c:strCache>
              <c:extLst xmlns:c15="http://schemas.microsoft.com/office/drawing/2012/chart"/>
            </c:strRef>
          </c:cat>
          <c:val>
            <c:numRef>
              <c:f>Sheet1!$M$11:$M$18</c:f>
              <c:numCache>
                <c:formatCode>#,##0</c:formatCode>
                <c:ptCount val="8"/>
                <c:pt idx="0">
                  <c:v>1541.95</c:v>
                </c:pt>
                <c:pt idx="1">
                  <c:v>1542.14</c:v>
                </c:pt>
                <c:pt idx="2">
                  <c:v>1515.85</c:v>
                </c:pt>
                <c:pt idx="3">
                  <c:v>1523.29</c:v>
                </c:pt>
                <c:pt idx="4">
                  <c:v>1524.86</c:v>
                </c:pt>
                <c:pt idx="5">
                  <c:v>1529.89</c:v>
                </c:pt>
                <c:pt idx="6">
                  <c:v>1536</c:v>
                </c:pt>
                <c:pt idx="7">
                  <c:v>1538.33</c:v>
                </c:pt>
              </c:numCache>
              <c:extLst xmlns:c15="http://schemas.microsoft.com/office/drawing/2012/chart"/>
            </c:numRef>
          </c:val>
          <c:smooth val="1"/>
          <c:extLst xmlns:c15="http://schemas.microsoft.com/office/drawing/2012/chart">
            <c:ext xmlns:c15="http://schemas.microsoft.com/office/drawing/2012/chart" uri="{02D57815-91ED-43cb-92C2-25804820EDAC}">
              <c15:datalabelsRange>
                <c15:f>Sheet1!$F$11:$F$18</c15:f>
                <c15:dlblRangeCache>
                  <c:ptCount val="8"/>
                  <c:pt idx="0">
                    <c:v>121</c:v>
                  </c:pt>
                  <c:pt idx="1">
                    <c:v>121</c:v>
                  </c:pt>
                  <c:pt idx="2">
                    <c:v>95</c:v>
                  </c:pt>
                  <c:pt idx="3">
                    <c:v>102</c:v>
                  </c:pt>
                  <c:pt idx="4">
                    <c:v>104</c:v>
                  </c:pt>
                  <c:pt idx="5">
                    <c:v>109</c:v>
                  </c:pt>
                  <c:pt idx="6">
                    <c:v>115</c:v>
                  </c:pt>
                  <c:pt idx="7">
                    <c:v>117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1-A327-49EC-B326-995F832203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44665856"/>
        <c:axId val="258516096"/>
        <c:extLst>
          <c:ext xmlns:c15="http://schemas.microsoft.com/office/drawing/2012/chart" uri="{02D57815-91ED-43cb-92C2-25804820EDAC}">
            <c15:filteredLine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Sheet1!$E$2</c15:sqref>
                        </c15:formulaRef>
                      </c:ext>
                    </c:extLst>
                    <c:strCache>
                      <c:ptCount val="1"/>
                      <c:pt idx="0">
                        <c:v>Total Manpower</c:v>
                      </c:pt>
                    </c:strCache>
                  </c:strRef>
                </c:tx>
                <c:spPr>
                  <a:ln w="28575" cap="rnd">
                    <a:solidFill>
                      <a:srgbClr val="6F3D18"/>
                    </a:solidFill>
                    <a:round/>
                  </a:ln>
                  <a:effectLst/>
                </c:spPr>
                <c:marker>
                  <c:symbol val="circle"/>
                  <c:size val="8"/>
                  <c:spPr>
                    <a:solidFill>
                      <a:srgbClr val="6F3D18"/>
                    </a:solidFill>
                    <a:ln w="25400">
                      <a:solidFill>
                        <a:schemeClr val="bg1"/>
                      </a:solidFill>
                    </a:ln>
                    <a:effectLst/>
                  </c:spPr>
                </c:marker>
                <c:dLbls>
                  <c:dLbl>
                    <c:idx val="0"/>
                    <c:tx>
                      <c:rich>
                        <a:bodyPr/>
                        <a:lstStyle/>
                        <a:p>
                          <a:fld id="{686FD0D2-F61D-4B94-9755-FB70A79A7AEF}" type="CELLRANGE">
                            <a:rPr lang="en-US"/>
                            <a:pPr/>
                            <a:t>[CELLRANGE]</a:t>
                          </a:fld>
                          <a:endParaRPr lang="en-US"/>
                        </a:p>
                      </c:rich>
                    </c:tx>
                    <c:dLblPos val="t"/>
                    <c:showLegendKey val="0"/>
                    <c:showVal val="0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>
                        <c15:dlblFieldTable/>
                        <c15:showDataLabelsRange val="1"/>
                      </c:ext>
                      <c:ext xmlns:c16="http://schemas.microsoft.com/office/drawing/2014/chart" uri="{C3380CC4-5D6E-409C-BE32-E72D297353CC}">
                        <c16:uniqueId val="{00000001-971F-4E18-A637-3A59215C47F4}"/>
                      </c:ext>
                    </c:extLst>
                  </c:dLbl>
                  <c:dLbl>
                    <c:idx val="1"/>
                    <c:tx>
                      <c:rich>
                        <a:bodyPr/>
                        <a:lstStyle/>
                        <a:p>
                          <a:fld id="{1614C0DC-D556-1943-B0C0-E65A3BAF1654}" type="CELLRANGE">
                            <a:rPr lang="en-US"/>
                            <a:pPr/>
                            <a:t>[CELLRANGE]</a:t>
                          </a:fld>
                          <a:endParaRPr lang="en-US"/>
                        </a:p>
                      </c:rich>
                    </c:tx>
                    <c:dLblPos val="t"/>
                    <c:showLegendKey val="0"/>
                    <c:showVal val="0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>
                        <c15:dlblFieldTable/>
                        <c15:xForSave val="1"/>
                        <c15:showDataLabelsRange val="1"/>
                      </c:ext>
                      <c:ext xmlns:c16="http://schemas.microsoft.com/office/drawing/2014/chart" uri="{C3380CC4-5D6E-409C-BE32-E72D297353CC}">
                        <c16:uniqueId val="{00000002-971F-4E18-A637-3A59215C47F4}"/>
                      </c:ext>
                    </c:extLst>
                  </c:dLbl>
                  <c:dLbl>
                    <c:idx val="2"/>
                    <c:tx>
                      <c:rich>
                        <a:bodyPr/>
                        <a:lstStyle/>
                        <a:p>
                          <a:fld id="{A90F4773-86C1-5C45-A020-845C16408964}" type="CELLRANGE">
                            <a:rPr lang="en-US"/>
                            <a:pPr/>
                            <a:t>[CELLRANGE]</a:t>
                          </a:fld>
                          <a:endParaRPr lang="en-US"/>
                        </a:p>
                      </c:rich>
                    </c:tx>
                    <c:dLblPos val="t"/>
                    <c:showLegendKey val="0"/>
                    <c:showVal val="0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>
                        <c15:dlblFieldTable/>
                        <c15:xForSave val="1"/>
                        <c15:showDataLabelsRange val="1"/>
                      </c:ext>
                      <c:ext xmlns:c16="http://schemas.microsoft.com/office/drawing/2014/chart" uri="{C3380CC4-5D6E-409C-BE32-E72D297353CC}">
                        <c16:uniqueId val="{00000003-971F-4E18-A637-3A59215C47F4}"/>
                      </c:ext>
                    </c:extLst>
                  </c:dLbl>
                  <c:dLbl>
                    <c:idx val="3"/>
                    <c:tx>
                      <c:rich>
                        <a:bodyPr/>
                        <a:lstStyle/>
                        <a:p>
                          <a:fld id="{95AE25D6-014C-5240-AE4E-703DFBEAD725}" type="CELLRANGE">
                            <a:rPr lang="en-US"/>
                            <a:pPr/>
                            <a:t>[CELLRANGE]</a:t>
                          </a:fld>
                          <a:endParaRPr lang="en-US"/>
                        </a:p>
                      </c:rich>
                    </c:tx>
                    <c:dLblPos val="t"/>
                    <c:showLegendKey val="0"/>
                    <c:showVal val="0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>
                        <c15:dlblFieldTable/>
                        <c15:xForSave val="1"/>
                        <c15:showDataLabelsRange val="1"/>
                      </c:ext>
                      <c:ext xmlns:c16="http://schemas.microsoft.com/office/drawing/2014/chart" uri="{C3380CC4-5D6E-409C-BE32-E72D297353CC}">
                        <c16:uniqueId val="{00000004-971F-4E18-A637-3A59215C47F4}"/>
                      </c:ext>
                    </c:extLst>
                  </c:dLbl>
                  <c:dLbl>
                    <c:idx val="4"/>
                    <c:tx>
                      <c:rich>
                        <a:bodyPr/>
                        <a:lstStyle/>
                        <a:p>
                          <a:fld id="{7E09D5D0-5107-0040-83B9-7B6037B14EF5}" type="CELLRANGE">
                            <a:rPr lang="en-US"/>
                            <a:pPr/>
                            <a:t>[CELLRANGE]</a:t>
                          </a:fld>
                          <a:endParaRPr lang="en-US"/>
                        </a:p>
                      </c:rich>
                    </c:tx>
                    <c:dLblPos val="t"/>
                    <c:showLegendKey val="0"/>
                    <c:showVal val="0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>
                        <c15:dlblFieldTable/>
                        <c15:xForSave val="1"/>
                        <c15:showDataLabelsRange val="1"/>
                      </c:ext>
                      <c:ext xmlns:c16="http://schemas.microsoft.com/office/drawing/2014/chart" uri="{C3380CC4-5D6E-409C-BE32-E72D297353CC}">
                        <c16:uniqueId val="{00000005-971F-4E18-A637-3A59215C47F4}"/>
                      </c:ext>
                    </c:extLst>
                  </c:dLbl>
                  <c:dLbl>
                    <c:idx val="5"/>
                    <c:tx>
                      <c:rich>
                        <a:bodyPr/>
                        <a:lstStyle/>
                        <a:p>
                          <a:fld id="{913FABA5-7303-3E4B-A679-0691139EBCB5}" type="CELLRANGE">
                            <a:rPr lang="en-US"/>
                            <a:pPr/>
                            <a:t>[CELLRANGE]</a:t>
                          </a:fld>
                          <a:endParaRPr lang="en-US"/>
                        </a:p>
                      </c:rich>
                    </c:tx>
                    <c:dLblPos val="t"/>
                    <c:showLegendKey val="0"/>
                    <c:showVal val="0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>
                        <c15:dlblFieldTable/>
                        <c15:xForSave val="1"/>
                        <c15:showDataLabelsRange val="1"/>
                      </c:ext>
                      <c:ext xmlns:c16="http://schemas.microsoft.com/office/drawing/2014/chart" uri="{C3380CC4-5D6E-409C-BE32-E72D297353CC}">
                        <c16:uniqueId val="{00000006-971F-4E18-A637-3A59215C47F4}"/>
                      </c:ext>
                    </c:extLst>
                  </c:dLbl>
                  <c:dLbl>
                    <c:idx val="6"/>
                    <c:tx>
                      <c:rich>
                        <a:bodyPr/>
                        <a:lstStyle/>
                        <a:p>
                          <a:fld id="{FBA93341-D418-A642-B8EE-6C51385B811E}" type="CELLRANGE">
                            <a:rPr lang="en-US"/>
                            <a:pPr/>
                            <a:t>[CELLRANGE]</a:t>
                          </a:fld>
                          <a:endParaRPr lang="en-US"/>
                        </a:p>
                      </c:rich>
                    </c:tx>
                    <c:dLblPos val="t"/>
                    <c:showLegendKey val="0"/>
                    <c:showVal val="0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>
                        <c15:dlblFieldTable/>
                        <c15:xForSave val="1"/>
                        <c15:showDataLabelsRange val="1"/>
                      </c:ext>
                      <c:ext xmlns:c16="http://schemas.microsoft.com/office/drawing/2014/chart" uri="{C3380CC4-5D6E-409C-BE32-E72D297353CC}">
                        <c16:uniqueId val="{00000007-971F-4E18-A637-3A59215C47F4}"/>
                      </c:ext>
                    </c:extLst>
                  </c:dLbl>
                  <c:dLbl>
                    <c:idx val="7"/>
                    <c:tx>
                      <c:rich>
                        <a:bodyPr/>
                        <a:lstStyle/>
                        <a:p>
                          <a:fld id="{18333410-3497-9341-8BE9-4CED2751BC3D}" type="CELLRANGE">
                            <a:rPr lang="en-US"/>
                            <a:pPr/>
                            <a:t>[CELLRANGE]</a:t>
                          </a:fld>
                          <a:endParaRPr lang="en-US"/>
                        </a:p>
                      </c:rich>
                    </c:tx>
                    <c:dLblPos val="t"/>
                    <c:showLegendKey val="0"/>
                    <c:showVal val="0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>
                        <c15:dlblFieldTable/>
                        <c15:xForSave val="1"/>
                        <c15:showDataLabelsRange val="1"/>
                      </c:ext>
                      <c:ext xmlns:c16="http://schemas.microsoft.com/office/drawing/2014/chart" uri="{C3380CC4-5D6E-409C-BE32-E72D297353CC}">
                        <c16:uniqueId val="{00000008-971F-4E18-A637-3A59215C47F4}"/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1" i="0" u="none" strike="noStrike" kern="1200" baseline="0">
                          <a:solidFill>
                            <a:srgbClr val="6F3D18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defRPr>
                      </a:pPr>
                      <a:endParaRPr lang="en-US"/>
                    </a:p>
                  </c:txPr>
                  <c:dLblPos val="t"/>
                  <c:showLegendKey val="0"/>
                  <c:showVal val="0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DataLabelsRange val="1"/>
                      <c15:showLeaderLines val="0"/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Sheet1!$B$11:$B$18</c15:sqref>
                        </c15:formulaRef>
                      </c:ext>
                    </c:extLst>
                    <c:strCache>
                      <c:ptCount val="8"/>
                      <c:pt idx="0">
                        <c:v>FY 19</c:v>
                      </c:pt>
                      <c:pt idx="1">
                        <c:v>FY 20</c:v>
                      </c:pt>
                      <c:pt idx="2">
                        <c:v>FY 21</c:v>
                      </c:pt>
                      <c:pt idx="3">
                        <c:v>FY 22</c:v>
                      </c:pt>
                      <c:pt idx="4">
                        <c:v>FY 23</c:v>
                      </c:pt>
                      <c:pt idx="5">
                        <c:v>FY 24</c:v>
                      </c:pt>
                      <c:pt idx="6">
                        <c:v>FY 25 Dec</c:v>
                      </c:pt>
                      <c:pt idx="7">
                        <c:v>FY 26 Proj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Sheet1!$L$11:$L$18</c15:sqref>
                        </c15:formulaRef>
                      </c:ext>
                    </c:extLst>
                    <c:numCache>
                      <c:formatCode>#,##0</c:formatCode>
                      <c:ptCount val="8"/>
                      <c:pt idx="0">
                        <c:v>1321</c:v>
                      </c:pt>
                      <c:pt idx="1">
                        <c:v>1286</c:v>
                      </c:pt>
                      <c:pt idx="2">
                        <c:v>1235</c:v>
                      </c:pt>
                      <c:pt idx="3">
                        <c:v>1063</c:v>
                      </c:pt>
                      <c:pt idx="4">
                        <c:v>1055</c:v>
                      </c:pt>
                      <c:pt idx="5">
                        <c:v>1035</c:v>
                      </c:pt>
                      <c:pt idx="6">
                        <c:v>1025</c:v>
                      </c:pt>
                      <c:pt idx="7">
                        <c:v>1010</c:v>
                      </c:pt>
                    </c:numCache>
                  </c:numRef>
                </c:val>
                <c:smooth val="1"/>
                <c:extLst>
                  <c:ext uri="{02D57815-91ED-43cb-92C2-25804820EDAC}">
                    <c15:datalabelsRange>
                      <c15:f>Sheet1!$E$11:$E$18</c15:f>
                      <c15:dlblRangeCache>
                        <c:ptCount val="8"/>
                        <c:pt idx="0">
                          <c:v> 1,121 </c:v>
                        </c:pt>
                        <c:pt idx="1">
                          <c:v> 1,086 </c:v>
                        </c:pt>
                        <c:pt idx="2">
                          <c:v> 1,035 </c:v>
                        </c:pt>
                        <c:pt idx="3">
                          <c:v> 863 </c:v>
                        </c:pt>
                        <c:pt idx="4">
                          <c:v> 855 </c:v>
                        </c:pt>
                        <c:pt idx="5">
                          <c:v> 835 </c:v>
                        </c:pt>
                        <c:pt idx="6">
                          <c:v> 825 </c:v>
                        </c:pt>
                        <c:pt idx="7">
                          <c:v> 810 </c:v>
                        </c:pt>
                      </c15:dlblRangeCache>
                    </c15:datalabelsRange>
                  </c:ext>
                  <c:ext xmlns:c16="http://schemas.microsoft.com/office/drawing/2014/chart" uri="{C3380CC4-5D6E-409C-BE32-E72D297353CC}">
                    <c16:uniqueId val="{00000011-2CA9-41FB-A998-1A1F570C9FC4}"/>
                  </c:ext>
                </c:extLst>
              </c15:ser>
            </c15:filteredLineSeries>
          </c:ext>
        </c:extLst>
      </c:lineChart>
      <c:catAx>
        <c:axId val="344665856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258516096"/>
        <c:crosses val="autoZero"/>
        <c:auto val="1"/>
        <c:lblAlgn val="ctr"/>
        <c:lblOffset val="100"/>
        <c:noMultiLvlLbl val="0"/>
      </c:catAx>
      <c:valAx>
        <c:axId val="258516096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crossAx val="3446658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>
      <a:noFill/>
    </a:ln>
    <a:effectLst/>
  </c:spPr>
  <c:txPr>
    <a:bodyPr/>
    <a:lstStyle/>
    <a:p>
      <a:pPr>
        <a:defRPr>
          <a:solidFill>
            <a:srgbClr val="ED7D3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5202901466313642E-2"/>
          <c:y val="4.1074702190629676E-2"/>
          <c:w val="0.92673312224478566"/>
          <c:h val="0.787565672389969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Sheet1!$C$2</c:f>
              <c:strCache>
                <c:ptCount val="1"/>
                <c:pt idx="0">
                  <c:v>Exe</c:v>
                </c:pt>
              </c:strCache>
            </c:strRef>
          </c:tx>
          <c:spPr>
            <a:solidFill>
              <a:srgbClr val="1E485E"/>
            </a:solidFill>
            <a:ln>
              <a:noFill/>
            </a:ln>
            <a:effectLst/>
          </c:spPr>
          <c:invertIfNegative val="0"/>
          <c:dPt>
            <c:idx val="7"/>
            <c:invertIfNegative val="0"/>
            <c:bubble3D val="0"/>
            <c:spPr>
              <a:pattFill prst="ltUpDiag">
                <a:fgClr>
                  <a:srgbClr val="1E485E"/>
                </a:fgClr>
                <a:bgClr>
                  <a:schemeClr val="bg1"/>
                </a:bgClr>
              </a:pattFill>
              <a:ln>
                <a:solidFill>
                  <a:srgbClr val="1E485E"/>
                </a:solidFill>
                <a:prstDash val="dash"/>
              </a:ln>
              <a:effectLst/>
            </c:spPr>
            <c:extLst>
              <c:ext xmlns:c16="http://schemas.microsoft.com/office/drawing/2014/chart" uri="{C3380CC4-5D6E-409C-BE32-E72D297353CC}">
                <c16:uniqueId val="{00000001-04CD-4155-ACC0-66EDF7EE27F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1" u="none" strike="noStrike" kern="1200" baseline="0">
                    <a:solidFill>
                      <a:srgbClr val="1E485E"/>
                    </a:solidFill>
                    <a:latin typeface="+mn-lt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Sheet1!$B$11:$B$18</c:f>
              <c:strCache>
                <c:ptCount val="8"/>
                <c:pt idx="0">
                  <c:v>FY 19</c:v>
                </c:pt>
                <c:pt idx="1">
                  <c:v>FY 20</c:v>
                </c:pt>
                <c:pt idx="2">
                  <c:v>FY 21</c:v>
                </c:pt>
                <c:pt idx="3">
                  <c:v>FY 22</c:v>
                </c:pt>
                <c:pt idx="4">
                  <c:v>FY 23</c:v>
                </c:pt>
                <c:pt idx="5">
                  <c:v>FY 24</c:v>
                </c:pt>
                <c:pt idx="6">
                  <c:v>FY 25</c:v>
                </c:pt>
                <c:pt idx="7">
                  <c:v>FY 26 Proj</c:v>
                </c:pt>
              </c:strCache>
            </c:strRef>
          </c:cat>
          <c:val>
            <c:numRef>
              <c:f>Sheet1!$C$11:$C$18</c:f>
              <c:numCache>
                <c:formatCode>General</c:formatCode>
                <c:ptCount val="8"/>
                <c:pt idx="0">
                  <c:v>891</c:v>
                </c:pt>
                <c:pt idx="1">
                  <c:v>893</c:v>
                </c:pt>
                <c:pt idx="2">
                  <c:v>880</c:v>
                </c:pt>
                <c:pt idx="3">
                  <c:v>803</c:v>
                </c:pt>
                <c:pt idx="4">
                  <c:v>802</c:v>
                </c:pt>
                <c:pt idx="5">
                  <c:v>789</c:v>
                </c:pt>
                <c:pt idx="6">
                  <c:v>763</c:v>
                </c:pt>
                <c:pt idx="7">
                  <c:v>763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CA9-41FB-A998-1A1F570C9FC4}"/>
            </c:ext>
          </c:extLst>
        </c:ser>
        <c:ser>
          <c:idx val="1"/>
          <c:order val="1"/>
          <c:tx>
            <c:strRef>
              <c:f>Sheet1!$D$2</c:f>
              <c:strCache>
                <c:ptCount val="1"/>
                <c:pt idx="0">
                  <c:v>WB</c:v>
                </c:pt>
              </c:strCache>
            </c:strRef>
          </c:tx>
          <c:spPr>
            <a:solidFill>
              <a:srgbClr val="3C708C"/>
            </a:solidFill>
            <a:ln>
              <a:noFill/>
            </a:ln>
            <a:effectLst/>
          </c:spPr>
          <c:invertIfNegative val="0"/>
          <c:dPt>
            <c:idx val="7"/>
            <c:invertIfNegative val="0"/>
            <c:bubble3D val="0"/>
            <c:spPr>
              <a:pattFill prst="ltDnDiag">
                <a:fgClr>
                  <a:srgbClr val="3C708C"/>
                </a:fgClr>
                <a:bgClr>
                  <a:schemeClr val="bg1"/>
                </a:bgClr>
              </a:pattFill>
              <a:ln>
                <a:solidFill>
                  <a:srgbClr val="3C708C"/>
                </a:solidFill>
                <a:prstDash val="dash"/>
              </a:ln>
              <a:effectLst/>
            </c:spPr>
            <c:extLst>
              <c:ext xmlns:c16="http://schemas.microsoft.com/office/drawing/2014/chart" uri="{C3380CC4-5D6E-409C-BE32-E72D297353CC}">
                <c16:uniqueId val="{00000002-04CD-4155-ACC0-66EDF7EE27F5}"/>
              </c:ext>
            </c:extLst>
          </c:dPt>
          <c:dLbls>
            <c:dLbl>
              <c:idx val="0"/>
              <c:layout>
                <c:manualLayout>
                  <c:x val="1.0003642271012617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CA9-41FB-A998-1A1F570C9FC4}"/>
                </c:ext>
              </c:extLst>
            </c:dLbl>
            <c:dLbl>
              <c:idx val="1"/>
              <c:layout>
                <c:manualLayout>
                  <c:x val="4.0014569084050756E-3"/>
                  <c:y val="-7.5277295874832933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2CA9-41FB-A998-1A1F570C9FC4}"/>
                </c:ext>
              </c:extLst>
            </c:dLbl>
            <c:dLbl>
              <c:idx val="2"/>
              <c:layout>
                <c:manualLayout>
                  <c:x val="6.0021853626076142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CA9-41FB-A998-1A1F570C9FC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1" u="none" strike="noStrike" kern="1200" baseline="0">
                    <a:solidFill>
                      <a:srgbClr val="3C708C"/>
                    </a:solidFill>
                    <a:latin typeface="+mn-lt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Sheet1!$B$11:$B$18</c:f>
              <c:strCache>
                <c:ptCount val="8"/>
                <c:pt idx="0">
                  <c:v>FY 19</c:v>
                </c:pt>
                <c:pt idx="1">
                  <c:v>FY 20</c:v>
                </c:pt>
                <c:pt idx="2">
                  <c:v>FY 21</c:v>
                </c:pt>
                <c:pt idx="3">
                  <c:v>FY 22</c:v>
                </c:pt>
                <c:pt idx="4">
                  <c:v>FY 23</c:v>
                </c:pt>
                <c:pt idx="5">
                  <c:v>FY 24</c:v>
                </c:pt>
                <c:pt idx="6">
                  <c:v>FY 25</c:v>
                </c:pt>
                <c:pt idx="7">
                  <c:v>FY 26 Proj</c:v>
                </c:pt>
              </c:strCache>
            </c:strRef>
          </c:cat>
          <c:val>
            <c:numRef>
              <c:f>Sheet1!$D$11:$D$18</c:f>
              <c:numCache>
                <c:formatCode>General</c:formatCode>
                <c:ptCount val="8"/>
                <c:pt idx="0">
                  <c:v>230</c:v>
                </c:pt>
                <c:pt idx="1">
                  <c:v>193</c:v>
                </c:pt>
                <c:pt idx="2">
                  <c:v>155</c:v>
                </c:pt>
                <c:pt idx="3">
                  <c:v>60</c:v>
                </c:pt>
                <c:pt idx="4">
                  <c:v>53</c:v>
                </c:pt>
                <c:pt idx="5">
                  <c:v>46</c:v>
                </c:pt>
                <c:pt idx="6">
                  <c:v>46</c:v>
                </c:pt>
                <c:pt idx="7">
                  <c:v>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2CA9-41FB-A998-1A1F570C9F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99"/>
        <c:overlap val="-22"/>
        <c:axId val="344665856"/>
        <c:axId val="258516096"/>
      </c:barChart>
      <c:lineChart>
        <c:grouping val="standard"/>
        <c:varyColors val="0"/>
        <c:ser>
          <c:idx val="2"/>
          <c:order val="2"/>
          <c:tx>
            <c:strRef>
              <c:f>Sheet1!$E$2</c:f>
              <c:strCache>
                <c:ptCount val="1"/>
                <c:pt idx="0">
                  <c:v>Total Manpower</c:v>
                </c:pt>
              </c:strCache>
            </c:strRef>
          </c:tx>
          <c:spPr>
            <a:ln w="28575" cap="rnd">
              <a:solidFill>
                <a:srgbClr val="6F3D18"/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rgbClr val="6F3D18"/>
              </a:solidFill>
              <a:ln w="25400">
                <a:solidFill>
                  <a:schemeClr val="bg1"/>
                </a:solidFill>
              </a:ln>
              <a:effectLst/>
            </c:spPr>
          </c:marker>
          <c:dPt>
            <c:idx val="7"/>
            <c:marker>
              <c:symbol val="circle"/>
              <c:size val="8"/>
              <c:spPr>
                <a:solidFill>
                  <a:srgbClr val="6F3D18"/>
                </a:solidFill>
                <a:ln w="25400">
                  <a:solidFill>
                    <a:schemeClr val="bg1"/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rgbClr val="6F3D18"/>
                </a:solidFill>
                <a:prstDash val="sysDot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8-971F-4E18-A637-3A59215C47F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58C64500-0ABC-446F-AE3A-36AAD432F3BD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971F-4E18-A637-3A59215C47F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B69AAF53-D523-834A-B5BB-67C419F8ABF5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971F-4E18-A637-3A59215C47F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38D1B693-1733-A747-A434-DC09D145F0BE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971F-4E18-A637-3A59215C47F4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2B73C99C-B6FE-A640-9FE8-E6FAA7A09C66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971F-4E18-A637-3A59215C47F4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9E16D0BF-E87A-954C-95A8-80654E7346A6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971F-4E18-A637-3A59215C47F4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C8C5E6B8-A8D0-A340-92D9-A25B90938215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6-971F-4E18-A637-3A59215C47F4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7150C34A-3D88-9746-9A6D-148F8A63D3A6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971F-4E18-A637-3A59215C47F4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fld id="{A63C1023-250C-794F-B03D-EF13285B2BF2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8-971F-4E18-A637-3A59215C47F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rgbClr val="6F3D18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Sheet1!$B$11:$B$18</c:f>
              <c:strCache>
                <c:ptCount val="8"/>
                <c:pt idx="0">
                  <c:v>FY 19</c:v>
                </c:pt>
                <c:pt idx="1">
                  <c:v>FY 20</c:v>
                </c:pt>
                <c:pt idx="2">
                  <c:v>FY 21</c:v>
                </c:pt>
                <c:pt idx="3">
                  <c:v>FY 22</c:v>
                </c:pt>
                <c:pt idx="4">
                  <c:v>FY 23</c:v>
                </c:pt>
                <c:pt idx="5">
                  <c:v>FY 24</c:v>
                </c:pt>
                <c:pt idx="6">
                  <c:v>FY 25</c:v>
                </c:pt>
                <c:pt idx="7">
                  <c:v>FY 26 Proj</c:v>
                </c:pt>
              </c:strCache>
            </c:strRef>
          </c:cat>
          <c:val>
            <c:numRef>
              <c:f>Sheet1!$L$11:$L$18</c:f>
              <c:numCache>
                <c:formatCode>#,##0</c:formatCode>
                <c:ptCount val="8"/>
                <c:pt idx="0">
                  <c:v>1321</c:v>
                </c:pt>
                <c:pt idx="1">
                  <c:v>1286</c:v>
                </c:pt>
                <c:pt idx="2">
                  <c:v>1235</c:v>
                </c:pt>
                <c:pt idx="3">
                  <c:v>1063</c:v>
                </c:pt>
                <c:pt idx="4">
                  <c:v>1055</c:v>
                </c:pt>
                <c:pt idx="5">
                  <c:v>1035</c:v>
                </c:pt>
                <c:pt idx="6">
                  <c:v>1009</c:v>
                </c:pt>
                <c:pt idx="7">
                  <c:v>1009</c:v>
                </c:pt>
              </c:numCache>
            </c:numRef>
          </c:val>
          <c:smooth val="1"/>
          <c:extLst>
            <c:ext xmlns:c15="http://schemas.microsoft.com/office/drawing/2012/chart" uri="{02D57815-91ED-43cb-92C2-25804820EDAC}">
              <c15:datalabelsRange>
                <c15:f>Sheet1!$E$11:$E$18</c15:f>
                <c15:dlblRangeCache>
                  <c:ptCount val="8"/>
                  <c:pt idx="0">
                    <c:v> 1,121 </c:v>
                  </c:pt>
                  <c:pt idx="1">
                    <c:v> 1,086 </c:v>
                  </c:pt>
                  <c:pt idx="2">
                    <c:v> 1,035 </c:v>
                  </c:pt>
                  <c:pt idx="3">
                    <c:v> 863 </c:v>
                  </c:pt>
                  <c:pt idx="4">
                    <c:v> 855 </c:v>
                  </c:pt>
                  <c:pt idx="5">
                    <c:v> 835 </c:v>
                  </c:pt>
                  <c:pt idx="6">
                    <c:v> 809 </c:v>
                  </c:pt>
                  <c:pt idx="7">
                    <c:v> 809 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11-2CA9-41FB-A998-1A1F570C9F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44665856"/>
        <c:axId val="258516096"/>
        <c:extLst>
          <c:ext xmlns:c15="http://schemas.microsoft.com/office/drawing/2012/chart" uri="{02D57815-91ED-43cb-92C2-25804820EDAC}">
            <c15:filteredLineSeries>
              <c15:ser>
                <c:idx val="3"/>
                <c:order val="3"/>
                <c:tx>
                  <c:strRef>
                    <c:extLst>
                      <c:ext uri="{02D57815-91ED-43cb-92C2-25804820EDAC}">
                        <c15:formulaRef>
                          <c15:sqref>Sheet1!$F$2</c15:sqref>
                        </c15:formulaRef>
                      </c:ext>
                    </c:extLst>
                    <c:strCache>
                      <c:ptCount val="1"/>
                      <c:pt idx="0">
                        <c:v>Staff Cost (Rs Lakh)</c:v>
                      </c:pt>
                    </c:strCache>
                  </c:strRef>
                </c:tx>
                <c:spPr>
                  <a:ln w="28575" cap="rnd">
                    <a:solidFill>
                      <a:schemeClr val="accent4">
                        <a:lumMod val="75000"/>
                      </a:schemeClr>
                    </a:solidFill>
                    <a:round/>
                  </a:ln>
                  <a:effectLst/>
                </c:spPr>
                <c:marker>
                  <c:symbol val="circle"/>
                  <c:size val="8"/>
                  <c:spPr>
                    <a:solidFill>
                      <a:schemeClr val="accent4">
                        <a:lumMod val="75000"/>
                      </a:schemeClr>
                    </a:solidFill>
                    <a:ln w="25400">
                      <a:solidFill>
                        <a:schemeClr val="bg1"/>
                      </a:solidFill>
                    </a:ln>
                    <a:effectLst/>
                  </c:spPr>
                </c:marker>
                <c:dLbls>
                  <c:dLbl>
                    <c:idx val="0"/>
                    <c:tx>
                      <c:rich>
                        <a:bodyPr/>
                        <a:lstStyle/>
                        <a:p>
                          <a:fld id="{1989707A-B920-4624-8139-DF89E23A8549}" type="CELLRANGE">
                            <a:rPr lang="en-US"/>
                            <a:pPr/>
                            <a:t>[CELLRANGE]</a:t>
                          </a:fld>
                          <a:endParaRPr lang="en-US"/>
                        </a:p>
                      </c:rich>
                    </c:tx>
                    <c:dLblPos val="t"/>
                    <c:showLegendKey val="0"/>
                    <c:showVal val="0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>
                        <c15:dlblFieldTable/>
                        <c15:showDataLabelsRange val="1"/>
                      </c:ext>
                      <c:ext xmlns:c16="http://schemas.microsoft.com/office/drawing/2014/chart" uri="{C3380CC4-5D6E-409C-BE32-E72D297353CC}">
                        <c16:uniqueId val="{00000009-971F-4E18-A637-3A59215C47F4}"/>
                      </c:ext>
                    </c:extLst>
                  </c:dLbl>
                  <c:dLbl>
                    <c:idx val="1"/>
                    <c:tx>
                      <c:rich>
                        <a:bodyPr/>
                        <a:lstStyle/>
                        <a:p>
                          <a:fld id="{73D475AC-B7C8-EA47-A89B-44A99D345BBE}" type="CELLRANGE">
                            <a:rPr lang="en-US"/>
                            <a:pPr/>
                            <a:t>[CELLRANGE]</a:t>
                          </a:fld>
                          <a:endParaRPr lang="en-US"/>
                        </a:p>
                      </c:rich>
                    </c:tx>
                    <c:dLblPos val="t"/>
                    <c:showLegendKey val="0"/>
                    <c:showVal val="0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>
                        <c15:dlblFieldTable/>
                        <c15:xForSave val="1"/>
                        <c15:showDataLabelsRange val="1"/>
                      </c:ext>
                      <c:ext xmlns:c16="http://schemas.microsoft.com/office/drawing/2014/chart" uri="{C3380CC4-5D6E-409C-BE32-E72D297353CC}">
                        <c16:uniqueId val="{0000000A-971F-4E18-A637-3A59215C47F4}"/>
                      </c:ext>
                    </c:extLst>
                  </c:dLbl>
                  <c:dLbl>
                    <c:idx val="2"/>
                    <c:tx>
                      <c:rich>
                        <a:bodyPr/>
                        <a:lstStyle/>
                        <a:p>
                          <a:fld id="{3F187A82-DB5E-DE4F-BBDC-5A4BBE11D424}" type="CELLRANGE">
                            <a:rPr lang="en-US"/>
                            <a:pPr/>
                            <a:t>[CELLRANGE]</a:t>
                          </a:fld>
                          <a:endParaRPr lang="en-US"/>
                        </a:p>
                      </c:rich>
                    </c:tx>
                    <c:dLblPos val="t"/>
                    <c:showLegendKey val="0"/>
                    <c:showVal val="0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>
                        <c15:dlblFieldTable/>
                        <c15:xForSave val="1"/>
                        <c15:showDataLabelsRange val="1"/>
                      </c:ext>
                      <c:ext xmlns:c16="http://schemas.microsoft.com/office/drawing/2014/chart" uri="{C3380CC4-5D6E-409C-BE32-E72D297353CC}">
                        <c16:uniqueId val="{0000000B-971F-4E18-A637-3A59215C47F4}"/>
                      </c:ext>
                    </c:extLst>
                  </c:dLbl>
                  <c:dLbl>
                    <c:idx val="3"/>
                    <c:tx>
                      <c:rich>
                        <a:bodyPr/>
                        <a:lstStyle/>
                        <a:p>
                          <a:fld id="{2F335644-C752-A244-B36E-89B58B8C8105}" type="CELLRANGE">
                            <a:rPr lang="en-US"/>
                            <a:pPr/>
                            <a:t>[CELLRANGE]</a:t>
                          </a:fld>
                          <a:endParaRPr lang="en-US"/>
                        </a:p>
                      </c:rich>
                    </c:tx>
                    <c:dLblPos val="t"/>
                    <c:showLegendKey val="0"/>
                    <c:showVal val="0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>
                        <c15:dlblFieldTable/>
                        <c15:xForSave val="1"/>
                        <c15:showDataLabelsRange val="1"/>
                      </c:ext>
                      <c:ext xmlns:c16="http://schemas.microsoft.com/office/drawing/2014/chart" uri="{C3380CC4-5D6E-409C-BE32-E72D297353CC}">
                        <c16:uniqueId val="{0000000C-971F-4E18-A637-3A59215C47F4}"/>
                      </c:ext>
                    </c:extLst>
                  </c:dLbl>
                  <c:dLbl>
                    <c:idx val="4"/>
                    <c:tx>
                      <c:rich>
                        <a:bodyPr/>
                        <a:lstStyle/>
                        <a:p>
                          <a:fld id="{D1E75C84-6880-E94A-B354-4A01612B749B}" type="CELLRANGE">
                            <a:rPr lang="en-US"/>
                            <a:pPr/>
                            <a:t>[CELLRANGE]</a:t>
                          </a:fld>
                          <a:endParaRPr lang="en-US"/>
                        </a:p>
                      </c:rich>
                    </c:tx>
                    <c:dLblPos val="t"/>
                    <c:showLegendKey val="0"/>
                    <c:showVal val="0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>
                        <c15:dlblFieldTable/>
                        <c15:xForSave val="1"/>
                        <c15:showDataLabelsRange val="1"/>
                      </c:ext>
                      <c:ext xmlns:c16="http://schemas.microsoft.com/office/drawing/2014/chart" uri="{C3380CC4-5D6E-409C-BE32-E72D297353CC}">
                        <c16:uniqueId val="{0000000D-971F-4E18-A637-3A59215C47F4}"/>
                      </c:ext>
                    </c:extLst>
                  </c:dLbl>
                  <c:dLbl>
                    <c:idx val="5"/>
                    <c:tx>
                      <c:rich>
                        <a:bodyPr/>
                        <a:lstStyle/>
                        <a:p>
                          <a:fld id="{6E5A6906-48EB-3C47-A5A7-2265AD9F6A7A}" type="CELLRANGE">
                            <a:rPr lang="en-US"/>
                            <a:pPr/>
                            <a:t>[CELLRANGE]</a:t>
                          </a:fld>
                          <a:endParaRPr lang="en-US"/>
                        </a:p>
                      </c:rich>
                    </c:tx>
                    <c:dLblPos val="t"/>
                    <c:showLegendKey val="0"/>
                    <c:showVal val="0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>
                        <c15:dlblFieldTable/>
                        <c15:xForSave val="1"/>
                        <c15:showDataLabelsRange val="1"/>
                      </c:ext>
                      <c:ext xmlns:c16="http://schemas.microsoft.com/office/drawing/2014/chart" uri="{C3380CC4-5D6E-409C-BE32-E72D297353CC}">
                        <c16:uniqueId val="{0000000E-971F-4E18-A637-3A59215C47F4}"/>
                      </c:ext>
                    </c:extLst>
                  </c:dLbl>
                  <c:dLbl>
                    <c:idx val="6"/>
                    <c:tx>
                      <c:rich>
                        <a:bodyPr/>
                        <a:lstStyle/>
                        <a:p>
                          <a:fld id="{1CF9B8A6-421F-AA4D-8F40-292890386456}" type="CELLRANGE">
                            <a:rPr lang="en-US"/>
                            <a:pPr/>
                            <a:t>[CELLRANGE]</a:t>
                          </a:fld>
                          <a:endParaRPr lang="en-US"/>
                        </a:p>
                      </c:rich>
                    </c:tx>
                    <c:dLblPos val="t"/>
                    <c:showLegendKey val="0"/>
                    <c:showVal val="0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>
                        <c15:dlblFieldTable/>
                        <c15:xForSave val="1"/>
                        <c15:showDataLabelsRange val="1"/>
                      </c:ext>
                      <c:ext xmlns:c16="http://schemas.microsoft.com/office/drawing/2014/chart" uri="{C3380CC4-5D6E-409C-BE32-E72D297353CC}">
                        <c16:uniqueId val="{0000000F-971F-4E18-A637-3A59215C47F4}"/>
                      </c:ext>
                    </c:extLst>
                  </c:dLbl>
                  <c:dLbl>
                    <c:idx val="7"/>
                    <c:tx>
                      <c:rich>
                        <a:bodyPr/>
                        <a:lstStyle/>
                        <a:p>
                          <a:fld id="{C0E920F3-B7A4-F94F-9E40-D3A3A630E83F}" type="CELLRANGE">
                            <a:rPr lang="en-US"/>
                            <a:pPr/>
                            <a:t>[CELLRANGE]</a:t>
                          </a:fld>
                          <a:endParaRPr lang="en-US"/>
                        </a:p>
                      </c:rich>
                    </c:tx>
                    <c:dLblPos val="t"/>
                    <c:showLegendKey val="0"/>
                    <c:showVal val="0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>
                        <c15:dlblFieldTable/>
                        <c15:xForSave val="1"/>
                        <c15:showDataLabelsRange val="1"/>
                      </c:ext>
                      <c:ext xmlns:c16="http://schemas.microsoft.com/office/drawing/2014/chart" uri="{C3380CC4-5D6E-409C-BE32-E72D297353CC}">
                        <c16:uniqueId val="{00000010-971F-4E18-A637-3A59215C47F4}"/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1" i="0" u="none" strike="noStrike" kern="1200" baseline="0">
                          <a:solidFill>
                            <a:srgbClr val="BF9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defRPr>
                      </a:pPr>
                      <a:endParaRPr lang="en-US"/>
                    </a:p>
                  </c:txPr>
                  <c:dLblPos val="t"/>
                  <c:showLegendKey val="0"/>
                  <c:showVal val="0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DataLabelsRange val="1"/>
                      <c15:showLeaderLines val="0"/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Sheet1!$B$11:$B$18</c15:sqref>
                        </c15:formulaRef>
                      </c:ext>
                    </c:extLst>
                    <c:strCache>
                      <c:ptCount val="8"/>
                      <c:pt idx="0">
                        <c:v>FY 19</c:v>
                      </c:pt>
                      <c:pt idx="1">
                        <c:v>FY 20</c:v>
                      </c:pt>
                      <c:pt idx="2">
                        <c:v>FY 21</c:v>
                      </c:pt>
                      <c:pt idx="3">
                        <c:v>FY 22</c:v>
                      </c:pt>
                      <c:pt idx="4">
                        <c:v>FY 23</c:v>
                      </c:pt>
                      <c:pt idx="5">
                        <c:v>FY 24</c:v>
                      </c:pt>
                      <c:pt idx="6">
                        <c:v>FY 25</c:v>
                      </c:pt>
                      <c:pt idx="7">
                        <c:v>FY 26 Proj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Sheet1!$M$11:$M$18</c15:sqref>
                        </c15:formulaRef>
                      </c:ext>
                    </c:extLst>
                    <c:numCache>
                      <c:formatCode>#,##0</c:formatCode>
                      <c:ptCount val="8"/>
                      <c:pt idx="0">
                        <c:v>1541.95</c:v>
                      </c:pt>
                      <c:pt idx="1">
                        <c:v>1542.14</c:v>
                      </c:pt>
                      <c:pt idx="2">
                        <c:v>1515.85</c:v>
                      </c:pt>
                      <c:pt idx="3">
                        <c:v>1523.29</c:v>
                      </c:pt>
                      <c:pt idx="4">
                        <c:v>1524.86</c:v>
                      </c:pt>
                      <c:pt idx="5">
                        <c:v>1529.89</c:v>
                      </c:pt>
                      <c:pt idx="6">
                        <c:v>1534.77</c:v>
                      </c:pt>
                      <c:pt idx="7">
                        <c:v>1538.33</c:v>
                      </c:pt>
                    </c:numCache>
                  </c:numRef>
                </c:val>
                <c:smooth val="1"/>
                <c:extLst>
                  <c:ext uri="{02D57815-91ED-43cb-92C2-25804820EDAC}">
                    <c15:datalabelsRange>
                      <c15:f>Sheet1!$F$11:$F$18</c15:f>
                      <c15:dlblRangeCache>
                        <c:ptCount val="8"/>
                        <c:pt idx="0">
                          <c:v>121</c:v>
                        </c:pt>
                        <c:pt idx="1">
                          <c:v>121</c:v>
                        </c:pt>
                        <c:pt idx="2">
                          <c:v>95</c:v>
                        </c:pt>
                        <c:pt idx="3">
                          <c:v>102</c:v>
                        </c:pt>
                        <c:pt idx="4">
                          <c:v>104</c:v>
                        </c:pt>
                        <c:pt idx="5">
                          <c:v>109</c:v>
                        </c:pt>
                        <c:pt idx="6">
                          <c:v>114</c:v>
                        </c:pt>
                        <c:pt idx="7">
                          <c:v>117</c:v>
                        </c:pt>
                      </c15:dlblRangeCache>
                    </c15:datalabelsRange>
                  </c:ext>
                  <c:ext xmlns:c16="http://schemas.microsoft.com/office/drawing/2014/chart" uri="{C3380CC4-5D6E-409C-BE32-E72D297353CC}">
                    <c16:uniqueId val="{00000001-A327-49EC-B326-995F8322032E}"/>
                  </c:ext>
                </c:extLst>
              </c15:ser>
            </c15:filteredLineSeries>
          </c:ext>
        </c:extLst>
      </c:lineChart>
      <c:catAx>
        <c:axId val="34466585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58516096"/>
        <c:crosses val="autoZero"/>
        <c:auto val="1"/>
        <c:lblAlgn val="ctr"/>
        <c:lblOffset val="100"/>
        <c:noMultiLvlLbl val="0"/>
      </c:catAx>
      <c:valAx>
        <c:axId val="258516096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crossAx val="3446658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0479020846455184"/>
          <c:y val="0.920811778980692"/>
          <c:w val="0.63595512622528694"/>
          <c:h val="4.603101841240737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>
      <a:noFill/>
    </a:ln>
    <a:effectLst/>
  </c:spPr>
  <c:txPr>
    <a:bodyPr/>
    <a:lstStyle/>
    <a:p>
      <a:pPr>
        <a:defRPr>
          <a:solidFill>
            <a:srgbClr val="ED7D3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5C7C2B-BF1C-44A8-943F-2B6E9FFC5BB2}" type="datetimeFigureOut">
              <a:rPr lang="en-IN" smtClean="0"/>
              <a:t>18/01/26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121331-EFEA-415A-90DE-7A45996656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1683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121331-EFEA-415A-90DE-7A45996656C2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63618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121331-EFEA-415A-90DE-7A45996656C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76212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121331-EFEA-415A-90DE-7A45996656C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9315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ver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9118089"/>
      </p:ext>
    </p:extLst>
  </p:cSld>
  <p:clrMapOvr>
    <a:masterClrMapping/>
  </p:clrMapOvr>
  <p:hf sldNum="0" hdr="0" ftr="0"/>
  <p:extLst>
    <p:ext uri="{DCECCB84-F9BA-43D5-87BE-67443E8EF086}">
      <p15:sldGuideLst xmlns:p15="http://schemas.microsoft.com/office/powerpoint/2012/main">
        <p15:guide id="1" pos="7423">
          <p15:clr>
            <a:srgbClr val="FBAE40"/>
          </p15:clr>
        </p15:guide>
        <p15:guide id="2" orient="horz" pos="255">
          <p15:clr>
            <a:srgbClr val="FBAE40"/>
          </p15:clr>
        </p15:guide>
        <p15:guide id="3" pos="234">
          <p15:clr>
            <a:srgbClr val="FBAE40"/>
          </p15:clr>
        </p15:guide>
        <p15:guide id="4" orient="horz" pos="4065">
          <p15:clr>
            <a:srgbClr val="FBAE40"/>
          </p15:clr>
        </p15:guide>
        <p15:guide id="5" pos="3840">
          <p15:clr>
            <a:srgbClr val="FBAE40"/>
          </p15:clr>
        </p15:guide>
        <p15:guide id="6" orient="horz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5255942"/>
      </p:ext>
    </p:extLst>
  </p:cSld>
  <p:clrMapOvr>
    <a:masterClrMapping/>
  </p:clrMapOvr>
  <p:hf sldNum="0" hdr="0" ftr="0"/>
  <p:extLst>
    <p:ext uri="{DCECCB84-F9BA-43D5-87BE-67443E8EF086}">
      <p15:sldGuideLst xmlns:p15="http://schemas.microsoft.com/office/powerpoint/2012/main">
        <p15:guide id="1" pos="7423">
          <p15:clr>
            <a:srgbClr val="FBAE40"/>
          </p15:clr>
        </p15:guide>
        <p15:guide id="2" orient="horz" pos="572">
          <p15:clr>
            <a:srgbClr val="FBAE40"/>
          </p15:clr>
        </p15:guide>
        <p15:guide id="3" pos="234">
          <p15:clr>
            <a:srgbClr val="FBAE40"/>
          </p15:clr>
        </p15:guide>
        <p15:guide id="4" orient="horz" pos="4065">
          <p15:clr>
            <a:srgbClr val="FBAE40"/>
          </p15:clr>
        </p15:guide>
        <p15:guide id="5" pos="3840">
          <p15:clr>
            <a:srgbClr val="FBAE40"/>
          </p15:clr>
        </p15:guide>
        <p15:guide id="6" orient="horz" pos="2160">
          <p15:clr>
            <a:srgbClr val="FBAE40"/>
          </p15:clr>
        </p15:guide>
        <p15:guide id="7" orient="horz" pos="255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nnerSlide_Bottom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129D199-8242-4179-88F4-F717E5BB4959}"/>
              </a:ext>
            </a:extLst>
          </p:cNvPr>
          <p:cNvSpPr txBox="1"/>
          <p:nvPr userDrawn="1"/>
        </p:nvSpPr>
        <p:spPr>
          <a:xfrm>
            <a:off x="10780841" y="6463351"/>
            <a:ext cx="1008126" cy="211203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r"/>
            <a:r>
              <a:rPr lang="en-IN" sz="900" b="0" i="1">
                <a:solidFill>
                  <a:srgbClr val="BFBFBF"/>
                </a:solidFill>
                <a:latin typeface="Arial" panose="020B0604020202020204" pitchFamily="34" charset="0"/>
                <a:ea typeface="Adobe Gothic Std B" panose="020B0800000000000000" pitchFamily="34" charset="-128"/>
                <a:cs typeface="Arial" panose="020B0604020202020204" pitchFamily="34" charset="0"/>
              </a:rPr>
              <a:t>Page  </a:t>
            </a:r>
            <a:fld id="{20B9E24D-6548-43F1-BB8E-0BEAB69D37CF}" type="slidenum">
              <a:rPr lang="en-US" sz="900" b="0" i="1" spc="0" smtClean="0">
                <a:solidFill>
                  <a:srgbClr val="BFBFBF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r>
              <a:rPr lang="en-IN" sz="900" b="0" i="1" spc="0">
                <a:solidFill>
                  <a:srgbClr val="BFBFBF"/>
                </a:solidFill>
                <a:latin typeface="Arial" panose="020B0604020202020204" pitchFamily="34" charset="0"/>
                <a:ea typeface="Adobe Gothic Std B" panose="020B0800000000000000" pitchFamily="34" charset="-128"/>
                <a:cs typeface="Arial" panose="020B0604020202020204" pitchFamily="34" charset="0"/>
              </a:rPr>
              <a:t> of 29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D1D6F5-F516-4BB1-B0A5-38865A399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828" y="385592"/>
            <a:ext cx="8700714" cy="430140"/>
          </a:xfrm>
          <a:prstGeom prst="rect">
            <a:avLst/>
          </a:prstGeom>
        </p:spPr>
        <p:txBody>
          <a:bodyPr lIns="0" tIns="36000" rIns="36000" bIns="36000" anchor="ctr" anchorCtr="0"/>
          <a:lstStyle>
            <a:lvl1pPr>
              <a:defRPr sz="2800" b="0">
                <a:solidFill>
                  <a:srgbClr val="1F4E7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11" descr="A logo with elephants and text&#10;&#10;Description automatically generated">
            <a:extLst>
              <a:ext uri="{FF2B5EF4-FFF2-40B4-BE49-F238E27FC236}">
                <a16:creationId xmlns:a16="http://schemas.microsoft.com/office/drawing/2014/main" id="{4F139674-698A-415C-8FCF-EB865E454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8053" y="98425"/>
            <a:ext cx="1356405" cy="721126"/>
          </a:xfrm>
          <a:prstGeom prst="rect">
            <a:avLst/>
          </a:prstGeom>
        </p:spPr>
      </p:pic>
      <p:sp>
        <p:nvSpPr>
          <p:cNvPr id="15" name="object 6">
            <a:extLst>
              <a:ext uri="{FF2B5EF4-FFF2-40B4-BE49-F238E27FC236}">
                <a16:creationId xmlns:a16="http://schemas.microsoft.com/office/drawing/2014/main" id="{747B38CA-32CD-4111-8956-146693388D33}"/>
              </a:ext>
            </a:extLst>
          </p:cNvPr>
          <p:cNvSpPr/>
          <p:nvPr userDrawn="1"/>
        </p:nvSpPr>
        <p:spPr>
          <a:xfrm>
            <a:off x="10495355" y="254001"/>
            <a:ext cx="45719" cy="510722"/>
          </a:xfrm>
          <a:custGeom>
            <a:avLst/>
            <a:gdLst/>
            <a:ahLst/>
            <a:cxnLst/>
            <a:rect l="l" t="t" r="r" b="b"/>
            <a:pathLst>
              <a:path h="577215">
                <a:moveTo>
                  <a:pt x="0" y="0"/>
                </a:moveTo>
                <a:lnTo>
                  <a:pt x="1" y="576829"/>
                </a:lnTo>
              </a:path>
            </a:pathLst>
          </a:custGeom>
          <a:ln w="12700">
            <a:solidFill>
              <a:srgbClr val="BFBF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5">
            <a:extLst>
              <a:ext uri="{FF2B5EF4-FFF2-40B4-BE49-F238E27FC236}">
                <a16:creationId xmlns:a16="http://schemas.microsoft.com/office/drawing/2014/main" id="{1C609FE1-44DD-4484-B9D6-763EA461E471}"/>
              </a:ext>
            </a:extLst>
          </p:cNvPr>
          <p:cNvSpPr txBox="1"/>
          <p:nvPr userDrawn="1"/>
        </p:nvSpPr>
        <p:spPr>
          <a:xfrm>
            <a:off x="9240349" y="305744"/>
            <a:ext cx="1128395" cy="44563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spc="-10">
                <a:solidFill>
                  <a:srgbClr val="BFBFB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CONSOLIDATION</a:t>
            </a:r>
            <a:endParaRPr lang="en-US" sz="700" b="1" spc="-10">
              <a:solidFill>
                <a:srgbClr val="BFBFB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508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spc="-10">
                <a:solidFill>
                  <a:srgbClr val="BFBFB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REVENUE </a:t>
            </a:r>
            <a:endParaRPr lang="en-US" sz="700" b="1" spc="-10">
              <a:solidFill>
                <a:srgbClr val="BFBFB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508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spc="-10">
                <a:solidFill>
                  <a:srgbClr val="BFBFB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PROFITABILITY</a:t>
            </a:r>
            <a:endParaRPr lang="en-US" sz="700" b="1" spc="-10">
              <a:solidFill>
                <a:srgbClr val="BFBFB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508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spc="-10">
                <a:solidFill>
                  <a:srgbClr val="BFBFB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CASHFLOW</a:t>
            </a:r>
            <a:endParaRPr sz="700">
              <a:solidFill>
                <a:srgbClr val="BFBFB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iBar:32/111">
            <a:extLst>
              <a:ext uri="{FF2B5EF4-FFF2-40B4-BE49-F238E27FC236}">
                <a16:creationId xmlns:a16="http://schemas.microsoft.com/office/drawing/2014/main" id="{54633D7C-AB22-4FDD-880A-A80F2177CB7B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81000" y="6453188"/>
            <a:ext cx="11439525" cy="0"/>
          </a:xfrm>
          <a:prstGeom prst="line">
            <a:avLst/>
          </a:prstGeom>
          <a:solidFill>
            <a:schemeClr val="accent2"/>
          </a:solidFill>
          <a:ln w="3175" cap="flat" cmpd="sng" algn="ctr">
            <a:solidFill>
              <a:srgbClr val="BFBFB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9DD1110-D8DA-40D4-B64A-CDB08DCAFA6C}"/>
              </a:ext>
            </a:extLst>
          </p:cNvPr>
          <p:cNvSpPr txBox="1"/>
          <p:nvPr userDrawn="1"/>
        </p:nvSpPr>
        <p:spPr>
          <a:xfrm>
            <a:off x="371476" y="6334305"/>
            <a:ext cx="1468754" cy="215085"/>
          </a:xfrm>
          <a:prstGeom prst="rect">
            <a:avLst/>
          </a:prstGeom>
          <a:solidFill>
            <a:schemeClr val="bg1"/>
          </a:solidFill>
        </p:spPr>
        <p:txBody>
          <a:bodyPr wrap="square" lIns="0" tIns="36000" rIns="36000" bIns="36000" rtlCol="0" anchor="ctr" anchorCtr="0">
            <a:spAutoFit/>
          </a:bodyPr>
          <a:lstStyle/>
          <a:p>
            <a:pPr algn="l"/>
            <a:r>
              <a:rPr lang="en-IN" sz="900" i="1">
                <a:solidFill>
                  <a:srgbClr val="BFBFBF"/>
                </a:solidFill>
                <a:latin typeface="Arial" panose="020B0604020202020204" pitchFamily="34" charset="0"/>
                <a:ea typeface="Adobe Gothic Std B" panose="020B0800000000000000" pitchFamily="34" charset="-128"/>
                <a:cs typeface="Arial" panose="020B0604020202020204" pitchFamily="34" charset="0"/>
              </a:rPr>
              <a:t>Production &amp; Engineering</a:t>
            </a:r>
            <a:endParaRPr lang="en-IN" sz="900" i="1" spc="0">
              <a:solidFill>
                <a:srgbClr val="BFBFBF"/>
              </a:solidFill>
              <a:latin typeface="Arial" panose="020B0604020202020204" pitchFamily="34" charset="0"/>
              <a:ea typeface="Adobe Gothic Std B" panose="020B08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97044C8-DFEC-4BB4-A84A-12835DB3CD95}"/>
              </a:ext>
            </a:extLst>
          </p:cNvPr>
          <p:cNvSpPr/>
          <p:nvPr userDrawn="1"/>
        </p:nvSpPr>
        <p:spPr>
          <a:xfrm>
            <a:off x="367323" y="906585"/>
            <a:ext cx="11457354" cy="0"/>
          </a:xfrm>
          <a:custGeom>
            <a:avLst/>
            <a:gdLst>
              <a:gd name="connsiteX0" fmla="*/ 0 w 11457354"/>
              <a:gd name="connsiteY0" fmla="*/ 0 h 0"/>
              <a:gd name="connsiteX1" fmla="*/ 11457354 w 11457354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457354">
                <a:moveTo>
                  <a:pt x="0" y="0"/>
                </a:moveTo>
                <a:lnTo>
                  <a:pt x="11457354" y="0"/>
                </a:lnTo>
              </a:path>
            </a:pathLst>
          </a:custGeom>
          <a:noFill/>
          <a:ln w="25400" cap="flat" cmpd="sng" algn="ctr">
            <a:solidFill>
              <a:srgbClr val="BFBFB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lvl="0"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4665057"/>
      </p:ext>
    </p:extLst>
  </p:cSld>
  <p:clrMapOvr>
    <a:masterClrMapping/>
  </p:clrMapOvr>
  <p:hf sldNum="0" hdr="0" ftr="0"/>
  <p:extLst>
    <p:ext uri="{DCECCB84-F9BA-43D5-87BE-67443E8EF086}">
      <p15:sldGuideLst xmlns:p15="http://schemas.microsoft.com/office/powerpoint/2012/main">
        <p15:guide id="1" pos="7446">
          <p15:clr>
            <a:srgbClr val="FBAE40"/>
          </p15:clr>
        </p15:guide>
        <p15:guide id="3" pos="234">
          <p15:clr>
            <a:srgbClr val="FBAE40"/>
          </p15:clr>
        </p15:guide>
        <p15:guide id="4" orient="horz" pos="4065">
          <p15:clr>
            <a:srgbClr val="FBAE40"/>
          </p15:clr>
        </p15:guide>
        <p15:guide id="5" pos="3840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orient="horz" pos="572">
          <p15:clr>
            <a:srgbClr val="FBAE40"/>
          </p15:clr>
        </p15:guide>
        <p15:guide id="8" orient="horz" pos="2160">
          <p15:clr>
            <a:srgbClr val="FBAE40"/>
          </p15:clr>
        </p15:guide>
        <p15:guide id="9">
          <p15:clr>
            <a:srgbClr val="FBAE40"/>
          </p15:clr>
        </p15:guide>
        <p15:guide id="10" orient="horz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InnerSlide_Bottom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1D6F5-F516-4BB1-B0A5-38865A399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828" y="385592"/>
            <a:ext cx="8700714" cy="430140"/>
          </a:xfrm>
          <a:prstGeom prst="rect">
            <a:avLst/>
          </a:prstGeom>
        </p:spPr>
        <p:txBody>
          <a:bodyPr lIns="0" tIns="36000" rIns="36000" bIns="36000" anchor="ctr" anchorCtr="0"/>
          <a:lstStyle>
            <a:lvl1pPr>
              <a:defRPr sz="2800" b="0">
                <a:solidFill>
                  <a:srgbClr val="1F4E7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11" descr="A logo with elephants and text&#10;&#10;Description automatically generated">
            <a:extLst>
              <a:ext uri="{FF2B5EF4-FFF2-40B4-BE49-F238E27FC236}">
                <a16:creationId xmlns:a16="http://schemas.microsoft.com/office/drawing/2014/main" id="{4F139674-698A-415C-8FCF-EB865E454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8053" y="98425"/>
            <a:ext cx="1356405" cy="721126"/>
          </a:xfrm>
          <a:prstGeom prst="rect">
            <a:avLst/>
          </a:prstGeom>
        </p:spPr>
      </p:pic>
      <p:sp>
        <p:nvSpPr>
          <p:cNvPr id="15" name="object 6">
            <a:extLst>
              <a:ext uri="{FF2B5EF4-FFF2-40B4-BE49-F238E27FC236}">
                <a16:creationId xmlns:a16="http://schemas.microsoft.com/office/drawing/2014/main" id="{747B38CA-32CD-4111-8956-146693388D33}"/>
              </a:ext>
            </a:extLst>
          </p:cNvPr>
          <p:cNvSpPr/>
          <p:nvPr userDrawn="1"/>
        </p:nvSpPr>
        <p:spPr>
          <a:xfrm>
            <a:off x="10495355" y="254001"/>
            <a:ext cx="45719" cy="510722"/>
          </a:xfrm>
          <a:custGeom>
            <a:avLst/>
            <a:gdLst/>
            <a:ahLst/>
            <a:cxnLst/>
            <a:rect l="l" t="t" r="r" b="b"/>
            <a:pathLst>
              <a:path h="577215">
                <a:moveTo>
                  <a:pt x="0" y="0"/>
                </a:moveTo>
                <a:lnTo>
                  <a:pt x="1" y="576829"/>
                </a:lnTo>
              </a:path>
            </a:pathLst>
          </a:custGeom>
          <a:ln w="12700">
            <a:solidFill>
              <a:srgbClr val="BFBF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5">
            <a:extLst>
              <a:ext uri="{FF2B5EF4-FFF2-40B4-BE49-F238E27FC236}">
                <a16:creationId xmlns:a16="http://schemas.microsoft.com/office/drawing/2014/main" id="{1C609FE1-44DD-4484-B9D6-763EA461E471}"/>
              </a:ext>
            </a:extLst>
          </p:cNvPr>
          <p:cNvSpPr txBox="1"/>
          <p:nvPr userDrawn="1"/>
        </p:nvSpPr>
        <p:spPr>
          <a:xfrm>
            <a:off x="9240349" y="305744"/>
            <a:ext cx="1128395" cy="44563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spc="-10">
                <a:solidFill>
                  <a:srgbClr val="BFBFB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CONSOLIDATION</a:t>
            </a:r>
            <a:endParaRPr lang="en-US" sz="700" b="1" spc="-10">
              <a:solidFill>
                <a:srgbClr val="BFBFB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508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spc="-10">
                <a:solidFill>
                  <a:srgbClr val="BFBFB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REVENUE </a:t>
            </a:r>
            <a:endParaRPr lang="en-US" sz="700" b="1" spc="-10">
              <a:solidFill>
                <a:srgbClr val="BFBFB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508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spc="-10">
                <a:solidFill>
                  <a:srgbClr val="BFBFB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PROFITABILITY</a:t>
            </a:r>
            <a:endParaRPr lang="en-US" sz="700" b="1" spc="-10">
              <a:solidFill>
                <a:srgbClr val="BFBFB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508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spc="-10">
                <a:solidFill>
                  <a:srgbClr val="BFBFB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CASHFLOW</a:t>
            </a:r>
            <a:endParaRPr sz="700">
              <a:solidFill>
                <a:srgbClr val="BFBFB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97044C8-DFEC-4BB4-A84A-12835DB3CD95}"/>
              </a:ext>
            </a:extLst>
          </p:cNvPr>
          <p:cNvSpPr/>
          <p:nvPr userDrawn="1"/>
        </p:nvSpPr>
        <p:spPr>
          <a:xfrm>
            <a:off x="367323" y="906585"/>
            <a:ext cx="11457354" cy="0"/>
          </a:xfrm>
          <a:custGeom>
            <a:avLst/>
            <a:gdLst>
              <a:gd name="connsiteX0" fmla="*/ 0 w 11457354"/>
              <a:gd name="connsiteY0" fmla="*/ 0 h 0"/>
              <a:gd name="connsiteX1" fmla="*/ 11457354 w 11457354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457354">
                <a:moveTo>
                  <a:pt x="0" y="0"/>
                </a:moveTo>
                <a:lnTo>
                  <a:pt x="11457354" y="0"/>
                </a:lnTo>
              </a:path>
            </a:pathLst>
          </a:custGeom>
          <a:noFill/>
          <a:ln w="25400" cap="flat" cmpd="sng" algn="ctr">
            <a:solidFill>
              <a:srgbClr val="BFBFB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lvl="0"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3189403"/>
      </p:ext>
    </p:extLst>
  </p:cSld>
  <p:clrMapOvr>
    <a:masterClrMapping/>
  </p:clrMapOvr>
  <p:hf sldNum="0" hdr="0" ftr="0"/>
  <p:extLst>
    <p:ext uri="{DCECCB84-F9BA-43D5-87BE-67443E8EF086}">
      <p15:sldGuideLst xmlns:p15="http://schemas.microsoft.com/office/powerpoint/2012/main">
        <p15:guide id="1" pos="7446">
          <p15:clr>
            <a:srgbClr val="FBAE40"/>
          </p15:clr>
        </p15:guide>
        <p15:guide id="3" pos="234">
          <p15:clr>
            <a:srgbClr val="FBAE40"/>
          </p15:clr>
        </p15:guide>
        <p15:guide id="4" orient="horz" pos="4065">
          <p15:clr>
            <a:srgbClr val="FBAE40"/>
          </p15:clr>
        </p15:guide>
        <p15:guide id="5" pos="3840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orient="horz" pos="572">
          <p15:clr>
            <a:srgbClr val="FBAE40"/>
          </p15:clr>
        </p15:guide>
        <p15:guide id="8" orient="horz" pos="2160">
          <p15:clr>
            <a:srgbClr val="FBAE40"/>
          </p15:clr>
        </p15:guide>
        <p15:guide id="9">
          <p15:clr>
            <a:srgbClr val="FBAE40"/>
          </p15:clr>
        </p15:guide>
        <p15:guide id="10" orient="horz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InnerSlide_Bottom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ogo with elephants and text&#10;&#10;Description automatically generated">
            <a:extLst>
              <a:ext uri="{FF2B5EF4-FFF2-40B4-BE49-F238E27FC236}">
                <a16:creationId xmlns:a16="http://schemas.microsoft.com/office/drawing/2014/main" id="{5D4FFEC1-2170-4D56-8AD0-E67B89C5E5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8053" y="98425"/>
            <a:ext cx="1356405" cy="72112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D1D6F5-F516-4BB1-B0A5-38865A399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828" y="385592"/>
            <a:ext cx="8700714" cy="430140"/>
          </a:xfrm>
          <a:prstGeom prst="rect">
            <a:avLst/>
          </a:prstGeom>
        </p:spPr>
        <p:txBody>
          <a:bodyPr lIns="0" tIns="36000" rIns="36000" bIns="36000" anchor="ctr" anchorCtr="0"/>
          <a:lstStyle>
            <a:lvl1pPr>
              <a:defRPr sz="2800" b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object 5">
            <a:extLst>
              <a:ext uri="{FF2B5EF4-FFF2-40B4-BE49-F238E27FC236}">
                <a16:creationId xmlns:a16="http://schemas.microsoft.com/office/drawing/2014/main" id="{62E33CBE-BB5F-4F1B-A619-D558367183B7}"/>
              </a:ext>
            </a:extLst>
          </p:cNvPr>
          <p:cNvSpPr txBox="1"/>
          <p:nvPr userDrawn="1"/>
        </p:nvSpPr>
        <p:spPr>
          <a:xfrm>
            <a:off x="9240349" y="305744"/>
            <a:ext cx="1128395" cy="44563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spc="-10">
                <a:solidFill>
                  <a:srgbClr val="BFBFB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CONSOLIDATION</a:t>
            </a:r>
            <a:endParaRPr lang="en-US" sz="700" b="1" spc="-10">
              <a:solidFill>
                <a:srgbClr val="BFBFB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508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spc="-10">
                <a:solidFill>
                  <a:srgbClr val="BFBFB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REVENUE </a:t>
            </a:r>
            <a:endParaRPr lang="en-US" sz="700" b="1" spc="-10">
              <a:solidFill>
                <a:srgbClr val="BFBFB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508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spc="-10">
                <a:solidFill>
                  <a:srgbClr val="BFBFB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PROFITABILITY</a:t>
            </a:r>
            <a:endParaRPr lang="en-US" sz="700" b="1" spc="-10">
              <a:solidFill>
                <a:srgbClr val="BFBFB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508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spc="-10">
                <a:solidFill>
                  <a:srgbClr val="BFBFB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CASHFLOW</a:t>
            </a:r>
            <a:endParaRPr sz="700">
              <a:solidFill>
                <a:srgbClr val="BFBFB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iBar:32/111">
            <a:extLst>
              <a:ext uri="{FF2B5EF4-FFF2-40B4-BE49-F238E27FC236}">
                <a16:creationId xmlns:a16="http://schemas.microsoft.com/office/drawing/2014/main" id="{96152259-F956-45EF-8A54-9AFFC0F504F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81000" y="6453188"/>
            <a:ext cx="11439525" cy="0"/>
          </a:xfrm>
          <a:prstGeom prst="line">
            <a:avLst/>
          </a:prstGeom>
          <a:solidFill>
            <a:schemeClr val="accent2"/>
          </a:solidFill>
          <a:ln w="3175" cap="flat" cmpd="sng" algn="ctr">
            <a:solidFill>
              <a:srgbClr val="BFBFB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3F00B42-7897-48F7-8123-2E5EA38CFB0B}"/>
              </a:ext>
            </a:extLst>
          </p:cNvPr>
          <p:cNvSpPr/>
          <p:nvPr userDrawn="1"/>
        </p:nvSpPr>
        <p:spPr>
          <a:xfrm>
            <a:off x="367323" y="906585"/>
            <a:ext cx="11457354" cy="0"/>
          </a:xfrm>
          <a:custGeom>
            <a:avLst/>
            <a:gdLst>
              <a:gd name="connsiteX0" fmla="*/ 0 w 11457354"/>
              <a:gd name="connsiteY0" fmla="*/ 0 h 0"/>
              <a:gd name="connsiteX1" fmla="*/ 11457354 w 11457354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457354">
                <a:moveTo>
                  <a:pt x="0" y="0"/>
                </a:moveTo>
                <a:lnTo>
                  <a:pt x="11457354" y="0"/>
                </a:lnTo>
              </a:path>
            </a:pathLst>
          </a:custGeom>
          <a:noFill/>
          <a:ln w="25400" cap="flat" cmpd="sng" algn="ctr">
            <a:solidFill>
              <a:srgbClr val="BFBFB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lvl="0"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6" name="object 6">
            <a:extLst>
              <a:ext uri="{FF2B5EF4-FFF2-40B4-BE49-F238E27FC236}">
                <a16:creationId xmlns:a16="http://schemas.microsoft.com/office/drawing/2014/main" id="{C3972651-5B63-491A-B396-38BDBE4AF4C3}"/>
              </a:ext>
            </a:extLst>
          </p:cNvPr>
          <p:cNvSpPr/>
          <p:nvPr userDrawn="1"/>
        </p:nvSpPr>
        <p:spPr>
          <a:xfrm>
            <a:off x="10495355" y="254001"/>
            <a:ext cx="45719" cy="510722"/>
          </a:xfrm>
          <a:custGeom>
            <a:avLst/>
            <a:gdLst/>
            <a:ahLst/>
            <a:cxnLst/>
            <a:rect l="l" t="t" r="r" b="b"/>
            <a:pathLst>
              <a:path h="577215">
                <a:moveTo>
                  <a:pt x="0" y="0"/>
                </a:moveTo>
                <a:lnTo>
                  <a:pt x="1" y="576829"/>
                </a:lnTo>
              </a:path>
            </a:pathLst>
          </a:custGeom>
          <a:ln w="12700">
            <a:solidFill>
              <a:srgbClr val="BFBF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80506C-27C7-4749-B499-F635A74F95E1}"/>
              </a:ext>
            </a:extLst>
          </p:cNvPr>
          <p:cNvSpPr txBox="1"/>
          <p:nvPr userDrawn="1"/>
        </p:nvSpPr>
        <p:spPr>
          <a:xfrm>
            <a:off x="371476" y="6334305"/>
            <a:ext cx="1468754" cy="215085"/>
          </a:xfrm>
          <a:prstGeom prst="rect">
            <a:avLst/>
          </a:prstGeom>
          <a:solidFill>
            <a:schemeClr val="bg1"/>
          </a:solidFill>
        </p:spPr>
        <p:txBody>
          <a:bodyPr wrap="square" lIns="0" tIns="36000" rIns="36000" bIns="36000" rtlCol="0" anchor="ctr" anchorCtr="0">
            <a:spAutoFit/>
          </a:bodyPr>
          <a:lstStyle/>
          <a:p>
            <a:pPr algn="l"/>
            <a:r>
              <a:rPr lang="en-IN" sz="900" i="1">
                <a:solidFill>
                  <a:srgbClr val="BFBFBF"/>
                </a:solidFill>
                <a:latin typeface="Arial" panose="020B0604020202020204" pitchFamily="34" charset="0"/>
                <a:ea typeface="Adobe Gothic Std B" panose="020B0800000000000000" pitchFamily="34" charset="-128"/>
                <a:cs typeface="Arial" panose="020B0604020202020204" pitchFamily="34" charset="0"/>
              </a:rPr>
              <a:t>Production &amp; Engineering</a:t>
            </a:r>
            <a:endParaRPr lang="en-IN" sz="900" i="1" spc="0">
              <a:solidFill>
                <a:srgbClr val="BFBFBF"/>
              </a:solidFill>
              <a:latin typeface="Arial" panose="020B0604020202020204" pitchFamily="34" charset="0"/>
              <a:ea typeface="Adobe Gothic Std B" panose="020B0800000000000000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3778151"/>
      </p:ext>
    </p:extLst>
  </p:cSld>
  <p:clrMapOvr>
    <a:masterClrMapping/>
  </p:clrMapOvr>
  <p:hf sldNum="0" hdr="0" ftr="0"/>
  <p:extLst>
    <p:ext uri="{DCECCB84-F9BA-43D5-87BE-67443E8EF086}">
      <p15:sldGuideLst xmlns:p15="http://schemas.microsoft.com/office/powerpoint/2012/main">
        <p15:guide id="1" pos="7446">
          <p15:clr>
            <a:srgbClr val="FBAE40"/>
          </p15:clr>
        </p15:guide>
        <p15:guide id="3" pos="234">
          <p15:clr>
            <a:srgbClr val="FBAE40"/>
          </p15:clr>
        </p15:guide>
        <p15:guide id="4" orient="horz" pos="4065">
          <p15:clr>
            <a:srgbClr val="FBAE40"/>
          </p15:clr>
        </p15:guide>
        <p15:guide id="5" pos="3840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orient="horz" pos="572">
          <p15:clr>
            <a:srgbClr val="FBAE40"/>
          </p15:clr>
        </p15:guide>
        <p15:guide id="8" orient="horz" pos="216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842DE9-54EB-4D7D-9363-A66BA77033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992" r="579"/>
          <a:stretch/>
        </p:blipFill>
        <p:spPr>
          <a:xfrm>
            <a:off x="3216218" y="2359249"/>
            <a:ext cx="4609817" cy="2059232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50189810-5517-4354-B8AD-FA95F7821D00}"/>
              </a:ext>
            </a:extLst>
          </p:cNvPr>
          <p:cNvGrpSpPr/>
          <p:nvPr userDrawn="1"/>
        </p:nvGrpSpPr>
        <p:grpSpPr>
          <a:xfrm>
            <a:off x="7729729" y="5524769"/>
            <a:ext cx="421266" cy="108139"/>
            <a:chOff x="8832895" y="6195110"/>
            <a:chExt cx="421266" cy="10813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459B2ECF-A501-46A0-810D-25F51B6576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981061" y="6195110"/>
              <a:ext cx="108000" cy="108139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1">
                <a:solidFill>
                  <a:schemeClr val="tx1"/>
                </a:solidFill>
                <a:cs typeface="Calibri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EB34EFB-B506-49EE-B240-90AB80B0E7D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46161" y="6195110"/>
              <a:ext cx="108000" cy="108139"/>
            </a:xfrm>
            <a:prstGeom prst="ellipse">
              <a:avLst/>
            </a:prstGeom>
            <a:solidFill>
              <a:srgbClr val="FF79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1">
                <a:solidFill>
                  <a:schemeClr val="tx1"/>
                </a:solidFill>
                <a:cs typeface="Calibri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2A39702-57D4-40B2-9406-508EBC97607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832895" y="6195110"/>
              <a:ext cx="108000" cy="108139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1">
                <a:solidFill>
                  <a:schemeClr val="tx1"/>
                </a:solidFill>
                <a:cs typeface="Calibri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541ACF51-EEE7-4046-9E51-19132D310B4F}"/>
              </a:ext>
            </a:extLst>
          </p:cNvPr>
          <p:cNvSpPr txBox="1"/>
          <p:nvPr userDrawn="1"/>
        </p:nvSpPr>
        <p:spPr>
          <a:xfrm>
            <a:off x="5322277" y="6299299"/>
            <a:ext cx="1547446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solidFill>
                  <a:schemeClr val="bg1">
                    <a:lumMod val="65000"/>
                  </a:schemeClr>
                </a:solidFill>
              </a:rPr>
              <a:t>End of Document</a:t>
            </a:r>
            <a:endParaRPr lang="en-IN" sz="140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A6B1F28-6D5D-479B-9836-2B634E57F6FA}"/>
              </a:ext>
            </a:extLst>
          </p:cNvPr>
          <p:cNvGrpSpPr/>
          <p:nvPr userDrawn="1"/>
        </p:nvGrpSpPr>
        <p:grpSpPr>
          <a:xfrm>
            <a:off x="8630317" y="0"/>
            <a:ext cx="804985" cy="981895"/>
            <a:chOff x="8861226" y="5652655"/>
            <a:chExt cx="804985" cy="98189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6EC0EE0-CAAF-4010-853B-252CF3CB5EF1}"/>
                </a:ext>
              </a:extLst>
            </p:cNvPr>
            <p:cNvSpPr/>
            <p:nvPr/>
          </p:nvSpPr>
          <p:spPr>
            <a:xfrm>
              <a:off x="8861226" y="5652655"/>
              <a:ext cx="804985" cy="98189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FE05D4F-9397-42A1-A9CD-EDD3A8CDB59C}"/>
                </a:ext>
              </a:extLst>
            </p:cNvPr>
            <p:cNvSpPr txBox="1"/>
            <p:nvPr/>
          </p:nvSpPr>
          <p:spPr>
            <a:xfrm>
              <a:off x="8867266" y="6185297"/>
              <a:ext cx="792905" cy="423953"/>
            </a:xfrm>
            <a:prstGeom prst="rect">
              <a:avLst/>
            </a:prstGeom>
            <a:noFill/>
          </p:spPr>
          <p:txBody>
            <a:bodyPr wrap="square" lIns="0" tIns="36000" rIns="0" bIns="36000">
              <a:spAutoFit/>
            </a:bodyPr>
            <a:lstStyle/>
            <a:p>
              <a:pPr algn="ctr">
                <a:lnSpc>
                  <a:spcPts val="900"/>
                </a:lnSpc>
              </a:pPr>
              <a:r>
                <a:rPr lang="en-US" sz="1000" b="1" i="1">
                  <a:solidFill>
                    <a:srgbClr val="434B66"/>
                  </a:solidFill>
                </a:rPr>
                <a:t>Cross Functional Collaboration</a:t>
              </a:r>
              <a:endParaRPr lang="en-IN" sz="1000" b="1" i="1">
                <a:solidFill>
                  <a:srgbClr val="434B66"/>
                </a:solidFill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7C1BE25-B105-4BCC-BE90-56E697AA07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16061" y="5794915"/>
              <a:ext cx="495314" cy="495314"/>
            </a:xfrm>
            <a:prstGeom prst="rect">
              <a:avLst/>
            </a:prstGeom>
          </p:spPr>
        </p:pic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14C0CA1-42C5-4F54-9AE5-CBF90A80D7CC}"/>
                </a:ext>
              </a:extLst>
            </p:cNvPr>
            <p:cNvSpPr/>
            <p:nvPr/>
          </p:nvSpPr>
          <p:spPr>
            <a:xfrm>
              <a:off x="9226773" y="5708073"/>
              <a:ext cx="73890" cy="7389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282F8B18-E6AB-442E-A724-A283443970F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661589" y="1016000"/>
            <a:ext cx="580779" cy="66606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761FF92-998D-4C96-9FDB-9E1FCCDD83C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975953" y="2809012"/>
            <a:ext cx="871804" cy="999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842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 Link Slide_Without page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1D6F5-F516-4BB1-B0A5-38865A399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828" y="385592"/>
            <a:ext cx="8700714" cy="430140"/>
          </a:xfrm>
          <a:prstGeom prst="rect">
            <a:avLst/>
          </a:prstGeom>
        </p:spPr>
        <p:txBody>
          <a:bodyPr lIns="0" tIns="36000" rIns="36000" bIns="36000" anchor="ctr" anchorCtr="0"/>
          <a:lstStyle>
            <a:lvl1pPr>
              <a:defRPr sz="2800" b="0">
                <a:solidFill>
                  <a:srgbClr val="1F4E7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object 6">
            <a:extLst>
              <a:ext uri="{FF2B5EF4-FFF2-40B4-BE49-F238E27FC236}">
                <a16:creationId xmlns:a16="http://schemas.microsoft.com/office/drawing/2014/main" id="{747B38CA-32CD-4111-8956-146693388D33}"/>
              </a:ext>
            </a:extLst>
          </p:cNvPr>
          <p:cNvSpPr/>
          <p:nvPr userDrawn="1"/>
        </p:nvSpPr>
        <p:spPr>
          <a:xfrm>
            <a:off x="10495355" y="254001"/>
            <a:ext cx="45719" cy="510722"/>
          </a:xfrm>
          <a:custGeom>
            <a:avLst/>
            <a:gdLst/>
            <a:ahLst/>
            <a:cxnLst/>
            <a:rect l="l" t="t" r="r" b="b"/>
            <a:pathLst>
              <a:path h="577215">
                <a:moveTo>
                  <a:pt x="0" y="0"/>
                </a:moveTo>
                <a:lnTo>
                  <a:pt x="1" y="576829"/>
                </a:lnTo>
              </a:path>
            </a:pathLst>
          </a:custGeom>
          <a:ln w="12700">
            <a:solidFill>
              <a:srgbClr val="BFBF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5">
            <a:extLst>
              <a:ext uri="{FF2B5EF4-FFF2-40B4-BE49-F238E27FC236}">
                <a16:creationId xmlns:a16="http://schemas.microsoft.com/office/drawing/2014/main" id="{1C609FE1-44DD-4484-B9D6-763EA461E471}"/>
              </a:ext>
            </a:extLst>
          </p:cNvPr>
          <p:cNvSpPr txBox="1"/>
          <p:nvPr userDrawn="1"/>
        </p:nvSpPr>
        <p:spPr>
          <a:xfrm>
            <a:off x="9240349" y="305744"/>
            <a:ext cx="1128395" cy="44563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spc="-10">
                <a:solidFill>
                  <a:srgbClr val="BFBFB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CONSOLIDATION</a:t>
            </a:r>
            <a:endParaRPr lang="en-US" sz="700" b="1" spc="-10">
              <a:solidFill>
                <a:srgbClr val="BFBFB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508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spc="-10">
                <a:solidFill>
                  <a:srgbClr val="BFBFB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REVENUE </a:t>
            </a:r>
            <a:endParaRPr lang="en-US" sz="700" b="1" spc="-10">
              <a:solidFill>
                <a:srgbClr val="BFBFB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508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spc="-10">
                <a:solidFill>
                  <a:srgbClr val="BFBFB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PROFITABILITY</a:t>
            </a:r>
            <a:endParaRPr lang="en-US" sz="700" b="1" spc="-10">
              <a:solidFill>
                <a:srgbClr val="BFBFB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508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spc="-10">
                <a:solidFill>
                  <a:srgbClr val="BFBFB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CASHFLOW</a:t>
            </a:r>
            <a:endParaRPr sz="700">
              <a:solidFill>
                <a:srgbClr val="BFBFB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97044C8-DFEC-4BB4-A84A-12835DB3CD95}"/>
              </a:ext>
            </a:extLst>
          </p:cNvPr>
          <p:cNvSpPr/>
          <p:nvPr userDrawn="1"/>
        </p:nvSpPr>
        <p:spPr>
          <a:xfrm>
            <a:off x="367323" y="906585"/>
            <a:ext cx="11457354" cy="0"/>
          </a:xfrm>
          <a:custGeom>
            <a:avLst/>
            <a:gdLst>
              <a:gd name="connsiteX0" fmla="*/ 0 w 11457354"/>
              <a:gd name="connsiteY0" fmla="*/ 0 h 0"/>
              <a:gd name="connsiteX1" fmla="*/ 11457354 w 11457354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457354">
                <a:moveTo>
                  <a:pt x="0" y="0"/>
                </a:moveTo>
                <a:lnTo>
                  <a:pt x="11457354" y="0"/>
                </a:lnTo>
              </a:path>
            </a:pathLst>
          </a:custGeom>
          <a:noFill/>
          <a:ln w="25400" cap="flat" cmpd="sng" algn="ctr">
            <a:solidFill>
              <a:srgbClr val="BFBFB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lvl="0"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5" name="iBar:32/111">
            <a:extLst>
              <a:ext uri="{FF2B5EF4-FFF2-40B4-BE49-F238E27FC236}">
                <a16:creationId xmlns:a16="http://schemas.microsoft.com/office/drawing/2014/main" id="{54633D7C-AB22-4FDD-880A-A80F2177CB7B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54933" y="6346189"/>
            <a:ext cx="11439525" cy="0"/>
          </a:xfrm>
          <a:prstGeom prst="line">
            <a:avLst/>
          </a:prstGeom>
          <a:solidFill>
            <a:schemeClr val="accent2"/>
          </a:solidFill>
          <a:ln w="3175" cap="flat" cmpd="sng" algn="ctr">
            <a:solidFill>
              <a:srgbClr val="BFBFB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1" name="Picture 10" descr="A black background with red lines&#10;&#10;Description automatically generated">
            <a:extLst>
              <a:ext uri="{FF2B5EF4-FFF2-40B4-BE49-F238E27FC236}">
                <a16:creationId xmlns:a16="http://schemas.microsoft.com/office/drawing/2014/main" id="{38A3FA31-ECB9-4A6B-B1C9-AB11171B35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200" y="222770"/>
            <a:ext cx="1231200" cy="513296"/>
          </a:xfrm>
          <a:prstGeom prst="rect">
            <a:avLst/>
          </a:prstGeom>
        </p:spPr>
      </p:pic>
      <p:sp>
        <p:nvSpPr>
          <p:cNvPr id="12" name="TextBox 22">
            <a:extLst>
              <a:ext uri="{FF2B5EF4-FFF2-40B4-BE49-F238E27FC236}">
                <a16:creationId xmlns:a16="http://schemas.microsoft.com/office/drawing/2014/main" id="{1CA40E1E-9DEA-48F7-B4C8-17F94288FD8C}"/>
              </a:ext>
            </a:extLst>
          </p:cNvPr>
          <p:cNvSpPr txBox="1"/>
          <p:nvPr userDrawn="1"/>
        </p:nvSpPr>
        <p:spPr>
          <a:xfrm>
            <a:off x="263456" y="6240588"/>
            <a:ext cx="1461477" cy="211202"/>
          </a:xfrm>
          <a:prstGeom prst="rect">
            <a:avLst/>
          </a:prstGeom>
          <a:solidFill>
            <a:schemeClr val="bg1"/>
          </a:solidFill>
        </p:spPr>
        <p:txBody>
          <a:bodyPr wrap="square" lIns="0" tIns="36000" rIns="36000" bIns="36000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900" i="1">
                <a:solidFill>
                  <a:srgbClr val="BFBFBF"/>
                </a:solidFill>
                <a:latin typeface="Arial" panose="020B0604020202020204" pitchFamily="34" charset="0"/>
                <a:ea typeface="Adobe Gothic Std B" panose="020B0800000000000000" pitchFamily="34" charset="-128"/>
                <a:cs typeface="Arial" panose="020B0604020202020204" pitchFamily="34" charset="0"/>
              </a:rPr>
              <a:t>  Production &amp; Engineering</a:t>
            </a:r>
            <a:endParaRPr lang="en-IN" sz="900" i="1" spc="0">
              <a:solidFill>
                <a:srgbClr val="BFBFBF"/>
              </a:solidFill>
              <a:latin typeface="Arial" panose="020B0604020202020204" pitchFamily="34" charset="0"/>
              <a:ea typeface="Adobe Gothic Std B" panose="020B08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0CBB15-8E83-F851-06C8-9A52D0EAE1C1}"/>
              </a:ext>
            </a:extLst>
          </p:cNvPr>
          <p:cNvSpPr txBox="1"/>
          <p:nvPr userDrawn="1"/>
        </p:nvSpPr>
        <p:spPr>
          <a:xfrm>
            <a:off x="10899374" y="6463351"/>
            <a:ext cx="1008126" cy="211203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r"/>
            <a:r>
              <a:rPr lang="en-IN" sz="900" b="0" i="1">
                <a:solidFill>
                  <a:srgbClr val="BEBFBF"/>
                </a:solidFill>
                <a:latin typeface="Arial" panose="020B0604020202020204" pitchFamily="34" charset="0"/>
                <a:ea typeface="Adobe Gothic Std B" panose="020B0800000000000000" pitchFamily="34" charset="-128"/>
                <a:cs typeface="Arial" panose="020B0604020202020204" pitchFamily="34" charset="0"/>
              </a:rPr>
              <a:t>Page  </a:t>
            </a:r>
            <a:fld id="{20B9E24D-6548-43F1-BB8E-0BEAB69D37CF}" type="slidenum">
              <a:rPr lang="en-US" sz="900" b="0" i="1" spc="0" smtClean="0">
                <a:solidFill>
                  <a:srgbClr val="BEBFBF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r>
              <a:rPr lang="en-IN" sz="900" b="0" i="1" spc="0">
                <a:solidFill>
                  <a:srgbClr val="BEBFBF"/>
                </a:solidFill>
                <a:latin typeface="Arial" panose="020B0604020202020204" pitchFamily="34" charset="0"/>
                <a:ea typeface="Adobe Gothic Std B" panose="020B0800000000000000" pitchFamily="34" charset="-128"/>
                <a:cs typeface="Arial" panose="020B0604020202020204" pitchFamily="34" charset="0"/>
              </a:rPr>
              <a:t> of 4</a:t>
            </a:r>
          </a:p>
        </p:txBody>
      </p:sp>
    </p:spTree>
    <p:extLst>
      <p:ext uri="{BB962C8B-B14F-4D97-AF65-F5344CB8AC3E}">
        <p14:creationId xmlns:p14="http://schemas.microsoft.com/office/powerpoint/2010/main" val="3999191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46">
          <p15:clr>
            <a:srgbClr val="FBAE40"/>
          </p15:clr>
        </p15:guide>
        <p15:guide id="3" pos="234">
          <p15:clr>
            <a:srgbClr val="FBAE40"/>
          </p15:clr>
        </p15:guide>
        <p15:guide id="4" orient="horz" pos="4065">
          <p15:clr>
            <a:srgbClr val="FBAE40"/>
          </p15:clr>
        </p15:guide>
        <p15:guide id="5" pos="3840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orient="horz" pos="572">
          <p15:clr>
            <a:srgbClr val="FBAE40"/>
          </p15:clr>
        </p15:guide>
        <p15:guide id="8" orient="horz" pos="2160">
          <p15:clr>
            <a:srgbClr val="FBAE40"/>
          </p15:clr>
        </p15:guide>
        <p15:guide id="9">
          <p15:clr>
            <a:srgbClr val="FBAE40"/>
          </p15:clr>
        </p15:guide>
        <p15:guide id="10" orient="horz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EB0B93-415E-EADA-615E-890DF70EB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C5F0A-249E-4E0D-8EB9-31ABCC853F42}" type="datetimeFigureOut">
              <a:rPr lang="en-IN" smtClean="0"/>
              <a:t>18/01/26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2FA941-F42D-476E-5955-57BF1D3ED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941421-0FDC-9F80-0826-B250F05BE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AB68A-FAD9-441B-9398-596CA36DD5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669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7483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679" r:id="rId2"/>
    <p:sldLayoutId id="2147483740" r:id="rId3"/>
    <p:sldLayoutId id="2147483747" r:id="rId4"/>
    <p:sldLayoutId id="2147483741" r:id="rId5"/>
    <p:sldLayoutId id="2147483743" r:id="rId6"/>
    <p:sldLayoutId id="2147483746" r:id="rId7"/>
    <p:sldLayoutId id="2147483749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0D267B5-50EF-4847-B663-61DE78DF9792}"/>
              </a:ext>
            </a:extLst>
          </p:cNvPr>
          <p:cNvSpPr txBox="1"/>
          <p:nvPr/>
        </p:nvSpPr>
        <p:spPr>
          <a:xfrm>
            <a:off x="9279985" y="5912587"/>
            <a:ext cx="2690342" cy="63094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1073150">
              <a:spcAft>
                <a:spcPts val="300"/>
              </a:spcAft>
              <a:tabLst>
                <a:tab pos="898525" algn="l"/>
              </a:tabLst>
            </a:pPr>
            <a:r>
              <a:rPr lang="en-US" sz="1000">
                <a:solidFill>
                  <a:srgbClr val="BEBFBF"/>
                </a:solidFill>
                <a:cs typeface="Arial"/>
              </a:rPr>
              <a:t>From 	: Debarshi Ray</a:t>
            </a:r>
          </a:p>
          <a:p>
            <a:pPr defTabSz="361950">
              <a:spcAft>
                <a:spcPts val="300"/>
              </a:spcAft>
              <a:tabLst>
                <a:tab pos="898525" algn="l"/>
              </a:tabLst>
            </a:pPr>
            <a:r>
              <a:rPr lang="en-US" sz="1000">
                <a:solidFill>
                  <a:srgbClr val="BEBFBF"/>
                </a:solidFill>
                <a:cs typeface="Arial"/>
              </a:rPr>
              <a:t>Date 	: </a:t>
            </a:r>
            <a:r>
              <a:rPr lang="en-IN" sz="1000">
                <a:solidFill>
                  <a:srgbClr val="BEBFBF"/>
                </a:solidFill>
                <a:cs typeface="Arial"/>
              </a:rPr>
              <a:t>March 10, 2025</a:t>
            </a:r>
          </a:p>
          <a:p>
            <a:pPr defTabSz="361950">
              <a:spcAft>
                <a:spcPts val="300"/>
              </a:spcAft>
              <a:tabLst>
                <a:tab pos="898525" algn="l"/>
              </a:tabLst>
            </a:pPr>
            <a:r>
              <a:rPr lang="en-IN" sz="1000">
                <a:solidFill>
                  <a:srgbClr val="BEBFBF"/>
                </a:solidFill>
                <a:cs typeface="Arial"/>
              </a:rPr>
              <a:t>Sr. Number 	: CORP/PRD/DR/20250310/01</a:t>
            </a:r>
            <a:endParaRPr lang="en-US" sz="1000">
              <a:solidFill>
                <a:srgbClr val="BEBFBF"/>
              </a:solidFill>
              <a:cs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E249EA-4B18-4F3A-B7D5-FE33FD917EC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51" b="7825"/>
          <a:stretch/>
        </p:blipFill>
        <p:spPr>
          <a:xfrm>
            <a:off x="4755888" y="901386"/>
            <a:ext cx="2680224" cy="11123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88EED30-807C-4A8D-8766-D9440D726EEB}"/>
              </a:ext>
            </a:extLst>
          </p:cNvPr>
          <p:cNvSpPr txBox="1"/>
          <p:nvPr/>
        </p:nvSpPr>
        <p:spPr>
          <a:xfrm>
            <a:off x="2848197" y="2372477"/>
            <a:ext cx="6495606" cy="70788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sz="4000" b="1">
                <a:solidFill>
                  <a:srgbClr val="0314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Operations Team Meeting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68BEAC-9113-4191-B607-E48A7DE868DD}"/>
              </a:ext>
            </a:extLst>
          </p:cNvPr>
          <p:cNvSpPr txBox="1"/>
          <p:nvPr/>
        </p:nvSpPr>
        <p:spPr>
          <a:xfrm>
            <a:off x="4834015" y="3216733"/>
            <a:ext cx="2523970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sz="2800">
                <a:solidFill>
                  <a:srgbClr val="BEBFB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Version 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80C54D-3DA4-4AE7-B815-3EB2ADCD49BC}"/>
              </a:ext>
            </a:extLst>
          </p:cNvPr>
          <p:cNvSpPr txBox="1"/>
          <p:nvPr/>
        </p:nvSpPr>
        <p:spPr>
          <a:xfrm>
            <a:off x="2848197" y="3896413"/>
            <a:ext cx="6495606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sz="2800" b="1">
                <a:solidFill>
                  <a:srgbClr val="0314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Production &amp; Engineering</a:t>
            </a:r>
          </a:p>
        </p:txBody>
      </p:sp>
    </p:spTree>
    <p:extLst>
      <p:ext uri="{BB962C8B-B14F-4D97-AF65-F5344CB8AC3E}">
        <p14:creationId xmlns:p14="http://schemas.microsoft.com/office/powerpoint/2010/main" val="1475570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D9B67-0E8C-59D5-31DF-8E5381962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16DAC3-EAAF-09A3-A105-DAFC6C0A42D9}"/>
              </a:ext>
            </a:extLst>
          </p:cNvPr>
          <p:cNvSpPr txBox="1"/>
          <p:nvPr/>
        </p:nvSpPr>
        <p:spPr>
          <a:xfrm>
            <a:off x="7481790" y="6464426"/>
            <a:ext cx="34198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>
                <a:solidFill>
                  <a:schemeClr val="tx1">
                    <a:lumMod val="50000"/>
                    <a:lumOff val="50000"/>
                  </a:schemeClr>
                </a:solidFill>
              </a:rPr>
              <a:t>Data Source : Finance Ledger and Plant MIS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2D6CC8F-720E-342D-DF19-2EFA6011B0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6958586"/>
              </p:ext>
            </p:extLst>
          </p:nvPr>
        </p:nvGraphicFramePr>
        <p:xfrm>
          <a:off x="1861725" y="1357567"/>
          <a:ext cx="7708211" cy="4125541"/>
        </p:xfrm>
        <a:graphic>
          <a:graphicData uri="http://schemas.openxmlformats.org/drawingml/2006/table">
            <a:tbl>
              <a:tblPr/>
              <a:tblGrid>
                <a:gridCol w="1754386">
                  <a:extLst>
                    <a:ext uri="{9D8B030D-6E8A-4147-A177-3AD203B41FA5}">
                      <a16:colId xmlns:a16="http://schemas.microsoft.com/office/drawing/2014/main" val="3314204126"/>
                    </a:ext>
                  </a:extLst>
                </a:gridCol>
                <a:gridCol w="1052187">
                  <a:extLst>
                    <a:ext uri="{9D8B030D-6E8A-4147-A177-3AD203B41FA5}">
                      <a16:colId xmlns:a16="http://schemas.microsoft.com/office/drawing/2014/main" val="2847272345"/>
                    </a:ext>
                  </a:extLst>
                </a:gridCol>
                <a:gridCol w="1168570">
                  <a:extLst>
                    <a:ext uri="{9D8B030D-6E8A-4147-A177-3AD203B41FA5}">
                      <a16:colId xmlns:a16="http://schemas.microsoft.com/office/drawing/2014/main" val="490370429"/>
                    </a:ext>
                  </a:extLst>
                </a:gridCol>
                <a:gridCol w="1200534">
                  <a:extLst>
                    <a:ext uri="{9D8B030D-6E8A-4147-A177-3AD203B41FA5}">
                      <a16:colId xmlns:a16="http://schemas.microsoft.com/office/drawing/2014/main" val="688568983"/>
                    </a:ext>
                  </a:extLst>
                </a:gridCol>
                <a:gridCol w="1200534">
                  <a:extLst>
                    <a:ext uri="{9D8B030D-6E8A-4147-A177-3AD203B41FA5}">
                      <a16:colId xmlns:a16="http://schemas.microsoft.com/office/drawing/2014/main" val="1841464217"/>
                    </a:ext>
                  </a:extLst>
                </a:gridCol>
                <a:gridCol w="1332000">
                  <a:extLst>
                    <a:ext uri="{9D8B030D-6E8A-4147-A177-3AD203B41FA5}">
                      <a16:colId xmlns:a16="http://schemas.microsoft.com/office/drawing/2014/main" val="372535070"/>
                    </a:ext>
                  </a:extLst>
                </a:gridCol>
              </a:tblGrid>
              <a:tr h="227122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Account heads</a:t>
                      </a:r>
                    </a:p>
                  </a:txBody>
                  <a:tcPr marL="9525" marR="952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PY</a:t>
                      </a:r>
                    </a:p>
                  </a:txBody>
                  <a:tcPr marL="9525" marR="952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CY</a:t>
                      </a:r>
                    </a:p>
                  </a:txBody>
                  <a:tcPr marL="9525" marR="952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AOP Proposal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FY26</a:t>
                      </a:r>
                    </a:p>
                  </a:txBody>
                  <a:tcPr marL="9525" marR="952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8296074"/>
                  </a:ext>
                </a:extLst>
              </a:tr>
              <a:tr h="28605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AOP</a:t>
                      </a:r>
                    </a:p>
                  </a:txBody>
                  <a:tcPr marL="9525" marR="952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YTD (Feb) </a:t>
                      </a:r>
                    </a:p>
                  </a:txBody>
                  <a:tcPr marL="9525" marR="952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Projection FY25</a:t>
                      </a:r>
                    </a:p>
                  </a:txBody>
                  <a:tcPr marL="9525" marR="952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8879103"/>
                  </a:ext>
                </a:extLst>
              </a:tr>
              <a:tr h="398205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4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R2M+R2O</a:t>
                      </a:r>
                    </a:p>
                  </a:txBody>
                  <a:tcPr marL="72000" marR="952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IN" sz="14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57,03</a:t>
                      </a:r>
                    </a:p>
                  </a:txBody>
                  <a:tcPr marL="9525" marR="72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IN" sz="14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44,36</a:t>
                      </a:r>
                    </a:p>
                  </a:txBody>
                  <a:tcPr marL="9525" marR="72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IN" sz="14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45,02</a:t>
                      </a:r>
                    </a:p>
                  </a:txBody>
                  <a:tcPr marL="9525" marR="72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IN" sz="14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48,92 </a:t>
                      </a:r>
                    </a:p>
                  </a:txBody>
                  <a:tcPr marL="9525" marR="72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IN" sz="14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51,78</a:t>
                      </a:r>
                    </a:p>
                  </a:txBody>
                  <a:tcPr marL="9525" marR="72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4072213"/>
                  </a:ext>
                </a:extLst>
              </a:tr>
              <a:tr h="398205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4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Utilities</a:t>
                      </a:r>
                    </a:p>
                  </a:txBody>
                  <a:tcPr marL="72000" marR="952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IN" sz="14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38,35</a:t>
                      </a:r>
                    </a:p>
                  </a:txBody>
                  <a:tcPr marL="9525" marR="72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IN" sz="14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37,71</a:t>
                      </a:r>
                    </a:p>
                  </a:txBody>
                  <a:tcPr marL="9525" marR="72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IN" sz="14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34,47</a:t>
                      </a:r>
                    </a:p>
                  </a:txBody>
                  <a:tcPr marL="9525" marR="72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IN" sz="14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37,61 </a:t>
                      </a:r>
                    </a:p>
                  </a:txBody>
                  <a:tcPr marL="9525" marR="72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IN" sz="14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39,60</a:t>
                      </a:r>
                    </a:p>
                  </a:txBody>
                  <a:tcPr marL="9525" marR="72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8641084"/>
                  </a:ext>
                </a:extLst>
              </a:tr>
              <a:tr h="398205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4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Building maintenance</a:t>
                      </a:r>
                    </a:p>
                  </a:txBody>
                  <a:tcPr marL="72000" marR="952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IN" sz="14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11,95</a:t>
                      </a:r>
                    </a:p>
                  </a:txBody>
                  <a:tcPr marL="9525" marR="72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IN" sz="14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12,24</a:t>
                      </a:r>
                    </a:p>
                  </a:txBody>
                  <a:tcPr marL="9525" marR="72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IN" sz="14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11,33</a:t>
                      </a:r>
                    </a:p>
                  </a:txBody>
                  <a:tcPr marL="9525" marR="72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IN" sz="14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12,59</a:t>
                      </a:r>
                    </a:p>
                  </a:txBody>
                  <a:tcPr marL="9525" marR="72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IN" sz="14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13,24</a:t>
                      </a:r>
                    </a:p>
                  </a:txBody>
                  <a:tcPr marL="9525" marR="72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606827"/>
                  </a:ext>
                </a:extLst>
              </a:tr>
              <a:tr h="398205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Insurance</a:t>
                      </a:r>
                      <a:endParaRPr lang="en-IN" sz="14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2000" marR="952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IN" sz="14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6,84</a:t>
                      </a:r>
                    </a:p>
                  </a:txBody>
                  <a:tcPr marL="9525" marR="72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IN" sz="14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6,80</a:t>
                      </a:r>
                    </a:p>
                  </a:txBody>
                  <a:tcPr marL="9525" marR="72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IN" sz="14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5,54</a:t>
                      </a:r>
                    </a:p>
                  </a:txBody>
                  <a:tcPr marL="9525" marR="72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IN" sz="14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6,04</a:t>
                      </a:r>
                    </a:p>
                  </a:txBody>
                  <a:tcPr marL="9525" marR="72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IN" sz="14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8,59</a:t>
                      </a:r>
                    </a:p>
                  </a:txBody>
                  <a:tcPr marL="9525" marR="72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4887288"/>
                  </a:ext>
                </a:extLst>
              </a:tr>
              <a:tr h="398205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4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Rates &amp; Taxes</a:t>
                      </a:r>
                    </a:p>
                  </a:txBody>
                  <a:tcPr marL="72000" marR="952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IN" sz="14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5,67</a:t>
                      </a:r>
                    </a:p>
                  </a:txBody>
                  <a:tcPr marL="9525" marR="72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IN" sz="14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5,21</a:t>
                      </a:r>
                    </a:p>
                  </a:txBody>
                  <a:tcPr marL="9525" marR="72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IN" sz="14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5,34</a:t>
                      </a:r>
                    </a:p>
                  </a:txBody>
                  <a:tcPr marL="9525" marR="72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IN" sz="14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5,79</a:t>
                      </a:r>
                    </a:p>
                  </a:txBody>
                  <a:tcPr marL="9525" marR="72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IN" sz="14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5,74</a:t>
                      </a:r>
                    </a:p>
                  </a:txBody>
                  <a:tcPr marL="9525" marR="72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944238"/>
                  </a:ext>
                </a:extLst>
              </a:tr>
              <a:tr h="398205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4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Others</a:t>
                      </a:r>
                    </a:p>
                  </a:txBody>
                  <a:tcPr marL="72000" marR="952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IN" sz="14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11,47</a:t>
                      </a:r>
                    </a:p>
                  </a:txBody>
                  <a:tcPr marL="9525" marR="72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IN" sz="14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9,72</a:t>
                      </a:r>
                    </a:p>
                  </a:txBody>
                  <a:tcPr marL="9525" marR="72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IN" sz="14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9,74</a:t>
                      </a:r>
                    </a:p>
                  </a:txBody>
                  <a:tcPr marL="9525" marR="72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IN" sz="14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10,47</a:t>
                      </a:r>
                    </a:p>
                  </a:txBody>
                  <a:tcPr marL="9525" marR="72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IN" sz="14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10,68</a:t>
                      </a:r>
                    </a:p>
                  </a:txBody>
                  <a:tcPr marL="9525" marR="72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0939603"/>
                  </a:ext>
                </a:extLst>
              </a:tr>
              <a:tr h="398205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4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Total</a:t>
                      </a:r>
                    </a:p>
                  </a:txBody>
                  <a:tcPr marL="72000" marR="952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IN" sz="14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131,31</a:t>
                      </a:r>
                    </a:p>
                  </a:txBody>
                  <a:tcPr marL="9525" marR="72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IN" sz="14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116,04</a:t>
                      </a:r>
                    </a:p>
                  </a:txBody>
                  <a:tcPr marL="9525" marR="72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IN" sz="14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111,44</a:t>
                      </a:r>
                    </a:p>
                  </a:txBody>
                  <a:tcPr marL="9525" marR="72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IN" sz="14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121,18</a:t>
                      </a:r>
                    </a:p>
                  </a:txBody>
                  <a:tcPr marL="9525" marR="72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IN" sz="14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129,63</a:t>
                      </a:r>
                    </a:p>
                  </a:txBody>
                  <a:tcPr marL="9525" marR="72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3950761"/>
                  </a:ext>
                </a:extLst>
              </a:tr>
              <a:tr h="398205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4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Commercial printing revenue</a:t>
                      </a:r>
                    </a:p>
                  </a:txBody>
                  <a:tcPr marL="72000" marR="952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IN" sz="14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-12,55</a:t>
                      </a:r>
                    </a:p>
                  </a:txBody>
                  <a:tcPr marL="9525" marR="72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IN" sz="14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-16,66</a:t>
                      </a:r>
                    </a:p>
                  </a:txBody>
                  <a:tcPr marL="9525" marR="72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IN" sz="14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-13,90</a:t>
                      </a:r>
                    </a:p>
                  </a:txBody>
                  <a:tcPr marL="9525" marR="72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IN" sz="14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-15,40</a:t>
                      </a:r>
                    </a:p>
                  </a:txBody>
                  <a:tcPr marL="9525" marR="72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IN" sz="14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-16,10</a:t>
                      </a:r>
                    </a:p>
                  </a:txBody>
                  <a:tcPr marL="9525" marR="72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7346289"/>
                  </a:ext>
                </a:extLst>
              </a:tr>
              <a:tr h="398205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6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Grand total</a:t>
                      </a:r>
                    </a:p>
                  </a:txBody>
                  <a:tcPr marL="72000" marR="952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IN" sz="16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118,76</a:t>
                      </a:r>
                    </a:p>
                  </a:txBody>
                  <a:tcPr marL="9525" marR="72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IN" sz="16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99,38</a:t>
                      </a:r>
                    </a:p>
                  </a:txBody>
                  <a:tcPr marL="9525" marR="72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IN" sz="16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97,54</a:t>
                      </a:r>
                    </a:p>
                  </a:txBody>
                  <a:tcPr marL="9525" marR="72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IN" sz="16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105,78</a:t>
                      </a:r>
                    </a:p>
                  </a:txBody>
                  <a:tcPr marL="9525" marR="72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IN" sz="16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113,53</a:t>
                      </a:r>
                    </a:p>
                  </a:txBody>
                  <a:tcPr marL="9525" marR="72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1140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19BA0B6F-3289-130F-642F-4B42925BBA24}"/>
              </a:ext>
            </a:extLst>
          </p:cNvPr>
          <p:cNvSpPr txBox="1"/>
          <p:nvPr/>
        </p:nvSpPr>
        <p:spPr>
          <a:xfrm>
            <a:off x="1876508" y="5452526"/>
            <a:ext cx="7771455" cy="430887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r"/>
            <a:r>
              <a:rPr lang="en-US" sz="1100"/>
              <a:t>FY25 Projection : 11% reduction from PY actuals and 6% exceed from AOP</a:t>
            </a:r>
          </a:p>
          <a:p>
            <a:pPr algn="r"/>
            <a:r>
              <a:rPr lang="en-US" sz="1100"/>
              <a:t>FY26  AOP is proposed to increase by 7% from projection of FY25</a:t>
            </a:r>
            <a:endParaRPr lang="en-IN" sz="1100"/>
          </a:p>
        </p:txBody>
      </p:sp>
      <p:sp>
        <p:nvSpPr>
          <p:cNvPr id="24" name="Title 23">
            <a:extLst>
              <a:ext uri="{FF2B5EF4-FFF2-40B4-BE49-F238E27FC236}">
                <a16:creationId xmlns:a16="http://schemas.microsoft.com/office/drawing/2014/main" id="{8B993A8C-320B-4F82-8CEC-42E038DE0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Production AFC : </a:t>
            </a:r>
            <a:r>
              <a:rPr lang="en-IN" sz="2400" i="1"/>
              <a:t>CY projection &amp;  FY26 proposal</a:t>
            </a:r>
            <a:endParaRPr lang="en-IN" i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9F744F-78D3-4868-953B-286509492EC4}"/>
              </a:ext>
            </a:extLst>
          </p:cNvPr>
          <p:cNvSpPr txBox="1"/>
          <p:nvPr/>
        </p:nvSpPr>
        <p:spPr>
          <a:xfrm>
            <a:off x="10112188" y="6198126"/>
            <a:ext cx="1756459" cy="246221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r"/>
            <a:r>
              <a:rPr lang="en-US" sz="1000" i="1">
                <a:solidFill>
                  <a:schemeClr val="tx1">
                    <a:lumMod val="50000"/>
                    <a:lumOff val="50000"/>
                  </a:schemeClr>
                </a:solidFill>
              </a:rPr>
              <a:t>Excluding Software expenses</a:t>
            </a:r>
            <a:endParaRPr lang="en-IN" sz="1000" i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A45355-2828-BF18-F098-67A9156B7F3E}"/>
              </a:ext>
            </a:extLst>
          </p:cNvPr>
          <p:cNvSpPr txBox="1"/>
          <p:nvPr/>
        </p:nvSpPr>
        <p:spPr>
          <a:xfrm>
            <a:off x="8010977" y="1085918"/>
            <a:ext cx="163698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05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All figures in Rs. Lakhs</a:t>
            </a:r>
            <a:endParaRPr lang="en-IN" sz="105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334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3504F-61CC-6499-4755-6DDBDF5A2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118F9C1-B069-8CFF-EEF1-ACB19FB0355F}"/>
              </a:ext>
            </a:extLst>
          </p:cNvPr>
          <p:cNvSpPr txBox="1"/>
          <p:nvPr/>
        </p:nvSpPr>
        <p:spPr>
          <a:xfrm>
            <a:off x="7285220" y="6227254"/>
            <a:ext cx="46237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00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Excluding Software expenses</a:t>
            </a:r>
            <a:endParaRPr lang="en-IN" sz="100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16E8AC2-B9A5-9832-1AC8-3540A6B445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5379567"/>
              </p:ext>
            </p:extLst>
          </p:nvPr>
        </p:nvGraphicFramePr>
        <p:xfrm>
          <a:off x="386627" y="1153153"/>
          <a:ext cx="11448100" cy="5080666"/>
        </p:xfrm>
        <a:graphic>
          <a:graphicData uri="http://schemas.openxmlformats.org/drawingml/2006/table">
            <a:tbl>
              <a:tblPr/>
              <a:tblGrid>
                <a:gridCol w="1966546">
                  <a:extLst>
                    <a:ext uri="{9D8B030D-6E8A-4147-A177-3AD203B41FA5}">
                      <a16:colId xmlns:a16="http://schemas.microsoft.com/office/drawing/2014/main" val="1503944878"/>
                    </a:ext>
                  </a:extLst>
                </a:gridCol>
                <a:gridCol w="526753">
                  <a:extLst>
                    <a:ext uri="{9D8B030D-6E8A-4147-A177-3AD203B41FA5}">
                      <a16:colId xmlns:a16="http://schemas.microsoft.com/office/drawing/2014/main" val="4009613741"/>
                    </a:ext>
                  </a:extLst>
                </a:gridCol>
                <a:gridCol w="526753">
                  <a:extLst>
                    <a:ext uri="{9D8B030D-6E8A-4147-A177-3AD203B41FA5}">
                      <a16:colId xmlns:a16="http://schemas.microsoft.com/office/drawing/2014/main" val="859003196"/>
                    </a:ext>
                  </a:extLst>
                </a:gridCol>
                <a:gridCol w="526753">
                  <a:extLst>
                    <a:ext uri="{9D8B030D-6E8A-4147-A177-3AD203B41FA5}">
                      <a16:colId xmlns:a16="http://schemas.microsoft.com/office/drawing/2014/main" val="2977541862"/>
                    </a:ext>
                  </a:extLst>
                </a:gridCol>
                <a:gridCol w="526753">
                  <a:extLst>
                    <a:ext uri="{9D8B030D-6E8A-4147-A177-3AD203B41FA5}">
                      <a16:colId xmlns:a16="http://schemas.microsoft.com/office/drawing/2014/main" val="2308280974"/>
                    </a:ext>
                  </a:extLst>
                </a:gridCol>
                <a:gridCol w="526753">
                  <a:extLst>
                    <a:ext uri="{9D8B030D-6E8A-4147-A177-3AD203B41FA5}">
                      <a16:colId xmlns:a16="http://schemas.microsoft.com/office/drawing/2014/main" val="426679493"/>
                    </a:ext>
                  </a:extLst>
                </a:gridCol>
                <a:gridCol w="526753">
                  <a:extLst>
                    <a:ext uri="{9D8B030D-6E8A-4147-A177-3AD203B41FA5}">
                      <a16:colId xmlns:a16="http://schemas.microsoft.com/office/drawing/2014/main" val="3800942700"/>
                    </a:ext>
                  </a:extLst>
                </a:gridCol>
                <a:gridCol w="526753">
                  <a:extLst>
                    <a:ext uri="{9D8B030D-6E8A-4147-A177-3AD203B41FA5}">
                      <a16:colId xmlns:a16="http://schemas.microsoft.com/office/drawing/2014/main" val="77956837"/>
                    </a:ext>
                  </a:extLst>
                </a:gridCol>
                <a:gridCol w="526753">
                  <a:extLst>
                    <a:ext uri="{9D8B030D-6E8A-4147-A177-3AD203B41FA5}">
                      <a16:colId xmlns:a16="http://schemas.microsoft.com/office/drawing/2014/main" val="1221665118"/>
                    </a:ext>
                  </a:extLst>
                </a:gridCol>
                <a:gridCol w="526753">
                  <a:extLst>
                    <a:ext uri="{9D8B030D-6E8A-4147-A177-3AD203B41FA5}">
                      <a16:colId xmlns:a16="http://schemas.microsoft.com/office/drawing/2014/main" val="2743200396"/>
                    </a:ext>
                  </a:extLst>
                </a:gridCol>
                <a:gridCol w="526753">
                  <a:extLst>
                    <a:ext uri="{9D8B030D-6E8A-4147-A177-3AD203B41FA5}">
                      <a16:colId xmlns:a16="http://schemas.microsoft.com/office/drawing/2014/main" val="939369626"/>
                    </a:ext>
                  </a:extLst>
                </a:gridCol>
                <a:gridCol w="526753">
                  <a:extLst>
                    <a:ext uri="{9D8B030D-6E8A-4147-A177-3AD203B41FA5}">
                      <a16:colId xmlns:a16="http://schemas.microsoft.com/office/drawing/2014/main" val="240709611"/>
                    </a:ext>
                  </a:extLst>
                </a:gridCol>
                <a:gridCol w="526753">
                  <a:extLst>
                    <a:ext uri="{9D8B030D-6E8A-4147-A177-3AD203B41FA5}">
                      <a16:colId xmlns:a16="http://schemas.microsoft.com/office/drawing/2014/main" val="1701232804"/>
                    </a:ext>
                  </a:extLst>
                </a:gridCol>
                <a:gridCol w="526753">
                  <a:extLst>
                    <a:ext uri="{9D8B030D-6E8A-4147-A177-3AD203B41FA5}">
                      <a16:colId xmlns:a16="http://schemas.microsoft.com/office/drawing/2014/main" val="78811871"/>
                    </a:ext>
                  </a:extLst>
                </a:gridCol>
                <a:gridCol w="526753">
                  <a:extLst>
                    <a:ext uri="{9D8B030D-6E8A-4147-A177-3AD203B41FA5}">
                      <a16:colId xmlns:a16="http://schemas.microsoft.com/office/drawing/2014/main" val="1747473494"/>
                    </a:ext>
                  </a:extLst>
                </a:gridCol>
                <a:gridCol w="526753">
                  <a:extLst>
                    <a:ext uri="{9D8B030D-6E8A-4147-A177-3AD203B41FA5}">
                      <a16:colId xmlns:a16="http://schemas.microsoft.com/office/drawing/2014/main" val="2912172407"/>
                    </a:ext>
                  </a:extLst>
                </a:gridCol>
                <a:gridCol w="526753">
                  <a:extLst>
                    <a:ext uri="{9D8B030D-6E8A-4147-A177-3AD203B41FA5}">
                      <a16:colId xmlns:a16="http://schemas.microsoft.com/office/drawing/2014/main" val="2527017019"/>
                    </a:ext>
                  </a:extLst>
                </a:gridCol>
                <a:gridCol w="526753">
                  <a:extLst>
                    <a:ext uri="{9D8B030D-6E8A-4147-A177-3AD203B41FA5}">
                      <a16:colId xmlns:a16="http://schemas.microsoft.com/office/drawing/2014/main" val="2756394323"/>
                    </a:ext>
                  </a:extLst>
                </a:gridCol>
                <a:gridCol w="526753">
                  <a:extLst>
                    <a:ext uri="{9D8B030D-6E8A-4147-A177-3AD203B41FA5}">
                      <a16:colId xmlns:a16="http://schemas.microsoft.com/office/drawing/2014/main" val="1406645706"/>
                    </a:ext>
                  </a:extLst>
                </a:gridCol>
              </a:tblGrid>
              <a:tr h="202485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Cost Head / Plant</a:t>
                      </a:r>
                    </a:p>
                  </a:txBody>
                  <a:tcPr marL="72000" marR="7502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SAH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KND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AIR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CHE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BAN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PUN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KOL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MSR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HYD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LUC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MUM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NGP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AHM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CHA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TRI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COC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BAR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Total</a:t>
                      </a:r>
                    </a:p>
                  </a:txBody>
                  <a:tcPr marL="7502" marR="7502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087435"/>
                  </a:ext>
                </a:extLst>
              </a:tr>
              <a:tr h="175181"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Repairs - Machinery</a:t>
                      </a:r>
                    </a:p>
                  </a:txBody>
                  <a:tcPr marL="36000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13,25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8,65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4,99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4,03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7,18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2,55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4,42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1,93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84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67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78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16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26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50,17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2920093"/>
                  </a:ext>
                </a:extLst>
              </a:tr>
              <a:tr h="175181"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Utilities</a:t>
                      </a:r>
                    </a:p>
                  </a:txBody>
                  <a:tcPr marL="36000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9,20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6,50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6,44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2,93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4,07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2,58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2,95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1,38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1,03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94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53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81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24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39,60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5577353"/>
                  </a:ext>
                </a:extLst>
              </a:tr>
              <a:tr h="175181"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Maintenance</a:t>
                      </a:r>
                    </a:p>
                  </a:txBody>
                  <a:tcPr marL="36000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2,01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1,55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1,49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1,40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2,07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83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1,44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58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81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30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23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27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13,24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7100453"/>
                  </a:ext>
                </a:extLst>
              </a:tr>
              <a:tr h="175181"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Insurance</a:t>
                      </a:r>
                    </a:p>
                  </a:txBody>
                  <a:tcPr marL="36000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1,82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1,45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1,70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57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91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50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63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26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21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16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8,59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8487299"/>
                  </a:ext>
                </a:extLst>
              </a:tr>
              <a:tr h="175181"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Rates &amp; taxes</a:t>
                      </a:r>
                    </a:p>
                  </a:txBody>
                  <a:tcPr marL="36000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70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1,80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1,89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13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21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19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48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5,74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4303120"/>
                  </a:ext>
                </a:extLst>
              </a:tr>
              <a:tr h="175181"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Travelling</a:t>
                      </a:r>
                    </a:p>
                  </a:txBody>
                  <a:tcPr marL="36000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22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40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37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1,38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66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3,57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263503"/>
                  </a:ext>
                </a:extLst>
              </a:tr>
              <a:tr h="175181"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Repairs - Buildings</a:t>
                      </a:r>
                    </a:p>
                  </a:txBody>
                  <a:tcPr marL="36000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1,15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60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48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17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17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3,48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6227899"/>
                  </a:ext>
                </a:extLst>
              </a:tr>
              <a:tr h="175181"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Repairs - Others</a:t>
                      </a:r>
                    </a:p>
                  </a:txBody>
                  <a:tcPr marL="36000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26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35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     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13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13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1,61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5420680"/>
                  </a:ext>
                </a:extLst>
              </a:tr>
              <a:tr h="175181"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Consultancy</a:t>
                      </a:r>
                    </a:p>
                  </a:txBody>
                  <a:tcPr marL="36000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45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77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7302869"/>
                  </a:ext>
                </a:extLst>
              </a:tr>
              <a:tr h="175181"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Cartage &amp; Coolie</a:t>
                      </a:r>
                    </a:p>
                  </a:txBody>
                  <a:tcPr marL="36000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19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68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3047262"/>
                  </a:ext>
                </a:extLst>
              </a:tr>
              <a:tr h="175181"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Training &amp; Conferences</a:t>
                      </a:r>
                    </a:p>
                  </a:txBody>
                  <a:tcPr marL="36000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50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50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105644"/>
                  </a:ext>
                </a:extLst>
              </a:tr>
              <a:tr h="175181"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Others</a:t>
                      </a:r>
                    </a:p>
                  </a:txBody>
                  <a:tcPr marL="36000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16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39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1981672"/>
                  </a:ext>
                </a:extLst>
              </a:tr>
              <a:tr h="175181"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Freight / Cartage on Newsprint</a:t>
                      </a:r>
                    </a:p>
                  </a:txBody>
                  <a:tcPr marL="36000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34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36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3877472"/>
                  </a:ext>
                </a:extLst>
              </a:tr>
              <a:tr h="175181"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Communication</a:t>
                      </a:r>
                    </a:p>
                  </a:txBody>
                  <a:tcPr marL="36000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25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3769554"/>
                  </a:ext>
                </a:extLst>
              </a:tr>
              <a:tr h="175181"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Printing &amp; Stationery</a:t>
                      </a:r>
                    </a:p>
                  </a:txBody>
                  <a:tcPr marL="36000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22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9738854"/>
                  </a:ext>
                </a:extLst>
              </a:tr>
              <a:tr h="175181"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Recruitment expenses</a:t>
                      </a:r>
                    </a:p>
                  </a:txBody>
                  <a:tcPr marL="36000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16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21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1716669"/>
                  </a:ext>
                </a:extLst>
              </a:tr>
              <a:tr h="175181"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Rent</a:t>
                      </a:r>
                    </a:p>
                  </a:txBody>
                  <a:tcPr marL="36000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116353"/>
                  </a:ext>
                </a:extLst>
              </a:tr>
              <a:tr h="175181"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Periodicals</a:t>
                      </a:r>
                    </a:p>
                  </a:txBody>
                  <a:tcPr marL="36000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5565633"/>
                  </a:ext>
                </a:extLst>
              </a:tr>
              <a:tr h="175181"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Audit Fees</a:t>
                      </a:r>
                    </a:p>
                  </a:txBody>
                  <a:tcPr marL="36000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061026"/>
                  </a:ext>
                </a:extLst>
              </a:tr>
              <a:tr h="175181"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Publicity &amp; Promotions</a:t>
                      </a:r>
                    </a:p>
                  </a:txBody>
                  <a:tcPr marL="36000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5292487"/>
                  </a:ext>
                </a:extLst>
              </a:tr>
              <a:tr h="175181"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Distribution Expenses(Rail/Road)</a:t>
                      </a:r>
                    </a:p>
                  </a:txBody>
                  <a:tcPr marL="36000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8739469"/>
                  </a:ext>
                </a:extLst>
              </a:tr>
              <a:tr h="175181"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Outside work charges</a:t>
                      </a:r>
                    </a:p>
                  </a:txBody>
                  <a:tcPr marL="36000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6831747"/>
                  </a:ext>
                </a:extLst>
              </a:tr>
              <a:tr h="175181"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Legal Charges</a:t>
                      </a:r>
                    </a:p>
                  </a:txBody>
                  <a:tcPr marL="36000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               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4811728"/>
                  </a:ext>
                </a:extLst>
              </a:tr>
              <a:tr h="22198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</a:t>
                      </a:r>
                    </a:p>
                  </a:txBody>
                  <a:tcPr marL="36000" marR="762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IN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29,24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IN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22,00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IN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17,28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IN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9,68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IN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16,11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IN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7,37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IN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10,22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IN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4,54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IN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3,38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IN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2,63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IN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1,25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IN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1,29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IN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2,73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IN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IN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IN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IN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90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IN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129,63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3809956"/>
                  </a:ext>
                </a:extLst>
              </a:tr>
              <a:tr h="110994">
                <a:tc>
                  <a:txBody>
                    <a:bodyPr/>
                    <a:lstStyle/>
                    <a:p>
                      <a:pPr algn="l" fontAlgn="b"/>
                      <a:endParaRPr lang="en-IN" sz="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411377"/>
                  </a:ext>
                </a:extLst>
              </a:tr>
              <a:tr h="18305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Commercial printing revenue</a:t>
                      </a:r>
                    </a:p>
                  </a:txBody>
                  <a:tcPr marL="36000" marR="7502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                       </a:t>
                      </a:r>
                    </a:p>
                  </a:txBody>
                  <a:tcPr marL="9525" marR="36000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-81</a:t>
                      </a:r>
                    </a:p>
                  </a:txBody>
                  <a:tcPr marL="9525" marR="36000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-30</a:t>
                      </a:r>
                    </a:p>
                  </a:txBody>
                  <a:tcPr marL="9525" marR="36000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                 </a:t>
                      </a:r>
                    </a:p>
                  </a:txBody>
                  <a:tcPr marL="9525" marR="36000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-8,65</a:t>
                      </a:r>
                    </a:p>
                  </a:txBody>
                  <a:tcPr marL="9525" marR="36000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</a:t>
                      </a:r>
                    </a:p>
                  </a:txBody>
                  <a:tcPr marL="9525" marR="36000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-3,70</a:t>
                      </a:r>
                    </a:p>
                  </a:txBody>
                  <a:tcPr marL="9525" marR="36000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                 </a:t>
                      </a:r>
                    </a:p>
                  </a:txBody>
                  <a:tcPr marL="9525" marR="36000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                 </a:t>
                      </a:r>
                    </a:p>
                  </a:txBody>
                  <a:tcPr marL="9525" marR="36000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                 </a:t>
                      </a:r>
                    </a:p>
                  </a:txBody>
                  <a:tcPr marL="9525" marR="36000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                 </a:t>
                      </a:r>
                    </a:p>
                  </a:txBody>
                  <a:tcPr marL="9525" marR="36000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                 </a:t>
                      </a:r>
                    </a:p>
                  </a:txBody>
                  <a:tcPr marL="9525" marR="36000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-1,50</a:t>
                      </a:r>
                    </a:p>
                  </a:txBody>
                  <a:tcPr marL="9525" marR="36000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             </a:t>
                      </a:r>
                    </a:p>
                  </a:txBody>
                  <a:tcPr marL="9525" marR="36000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             </a:t>
                      </a:r>
                    </a:p>
                  </a:txBody>
                  <a:tcPr marL="9525" marR="36000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             </a:t>
                      </a:r>
                    </a:p>
                  </a:txBody>
                  <a:tcPr marL="9525" marR="36000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-1,06</a:t>
                      </a:r>
                    </a:p>
                  </a:txBody>
                  <a:tcPr marL="9525" marR="36000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-16,10</a:t>
                      </a:r>
                    </a:p>
                  </a:txBody>
                  <a:tcPr marL="9525" marR="36000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388508"/>
                  </a:ext>
                </a:extLst>
              </a:tr>
              <a:tr h="110994">
                <a:tc>
                  <a:txBody>
                    <a:bodyPr/>
                    <a:lstStyle/>
                    <a:p>
                      <a:pPr algn="l" fontAlgn="b"/>
                      <a:endParaRPr lang="en-IN" sz="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4944224"/>
                  </a:ext>
                </a:extLst>
              </a:tr>
              <a:tr h="221988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Grand Total</a:t>
                      </a:r>
                    </a:p>
                  </a:txBody>
                  <a:tcPr marL="36000" marR="7502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IN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29,24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IN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21,19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IN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16,98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IN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9,68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IN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7,46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IN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7,29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IN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6,52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IN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4,54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IN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3,38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IN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IN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IN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1,29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IN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IN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IN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IN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IN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IN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113,53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38683"/>
                  </a:ext>
                </a:extLst>
              </a:tr>
            </a:tbl>
          </a:graphicData>
        </a:graphic>
      </p:graphicFrame>
      <p:sp>
        <p:nvSpPr>
          <p:cNvPr id="13" name="Title 12">
            <a:extLst>
              <a:ext uri="{FF2B5EF4-FFF2-40B4-BE49-F238E27FC236}">
                <a16:creationId xmlns:a16="http://schemas.microsoft.com/office/drawing/2014/main" id="{CAD1399C-D2CC-4988-9010-E615BAC39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AFC FY26 Proposal : </a:t>
            </a:r>
            <a:r>
              <a:rPr lang="en-US" sz="2400" i="1"/>
              <a:t>Plant and cost head wise</a:t>
            </a:r>
            <a:endParaRPr lang="en-IN" i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AD1002-BACD-427C-A624-58BB5A1DC711}"/>
              </a:ext>
            </a:extLst>
          </p:cNvPr>
          <p:cNvSpPr txBox="1"/>
          <p:nvPr/>
        </p:nvSpPr>
        <p:spPr>
          <a:xfrm>
            <a:off x="10297107" y="921728"/>
            <a:ext cx="163698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05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All figures in Rs. Lakhs</a:t>
            </a:r>
            <a:endParaRPr lang="en-IN" sz="105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D889EE7B-6DA3-4D8B-8DB7-F3E350DF3B63}"/>
              </a:ext>
            </a:extLst>
          </p:cNvPr>
          <p:cNvSpPr/>
          <p:nvPr/>
        </p:nvSpPr>
        <p:spPr>
          <a:xfrm>
            <a:off x="11718339" y="1186736"/>
            <a:ext cx="90707" cy="110618"/>
          </a:xfrm>
          <a:prstGeom prst="downArrow">
            <a:avLst/>
          </a:prstGeom>
          <a:solidFill>
            <a:srgbClr val="FFFF00"/>
          </a:solidFill>
          <a:ln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1755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EB28F-D0FF-5B8F-5BF9-8177462A8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CapEx</a:t>
            </a:r>
            <a:r>
              <a:rPr lang="en-US"/>
              <a:t> Proposal : </a:t>
            </a:r>
            <a:r>
              <a:rPr lang="en-US" sz="2400" i="1"/>
              <a:t>FY26</a:t>
            </a:r>
            <a:endParaRPr lang="en-US" i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E87F12-22B4-4902-9131-145341ABFA4E}"/>
              </a:ext>
            </a:extLst>
          </p:cNvPr>
          <p:cNvSpPr txBox="1"/>
          <p:nvPr/>
        </p:nvSpPr>
        <p:spPr>
          <a:xfrm>
            <a:off x="10174937" y="1167502"/>
            <a:ext cx="166772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050" i="0" u="none" strike="noStrike" baseline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All figures in Rs</a:t>
            </a:r>
            <a:r>
              <a:rPr lang="en-US" sz="105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. Cr</a:t>
            </a:r>
            <a:endParaRPr lang="en-IN" sz="105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3C3F4E01-9F66-46A7-86A1-EF84876F52C7}"/>
              </a:ext>
            </a:extLst>
          </p:cNvPr>
          <p:cNvSpPr/>
          <p:nvPr/>
        </p:nvSpPr>
        <p:spPr>
          <a:xfrm>
            <a:off x="8120678" y="1541693"/>
            <a:ext cx="123421" cy="130595"/>
          </a:xfrm>
          <a:prstGeom prst="downArrow">
            <a:avLst/>
          </a:prstGeom>
          <a:solidFill>
            <a:srgbClr val="FFFF00"/>
          </a:solidFill>
          <a:ln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CAC40896-7657-3F7C-EBE6-ECED628CF0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2656307"/>
              </p:ext>
            </p:extLst>
          </p:nvPr>
        </p:nvGraphicFramePr>
        <p:xfrm>
          <a:off x="357827" y="1400175"/>
          <a:ext cx="11464718" cy="4248000"/>
        </p:xfrm>
        <a:graphic>
          <a:graphicData uri="http://schemas.openxmlformats.org/drawingml/2006/table">
            <a:tbl>
              <a:tblPr/>
              <a:tblGrid>
                <a:gridCol w="585022">
                  <a:extLst>
                    <a:ext uri="{9D8B030D-6E8A-4147-A177-3AD203B41FA5}">
                      <a16:colId xmlns:a16="http://schemas.microsoft.com/office/drawing/2014/main" val="888104133"/>
                    </a:ext>
                  </a:extLst>
                </a:gridCol>
                <a:gridCol w="4647912">
                  <a:extLst>
                    <a:ext uri="{9D8B030D-6E8A-4147-A177-3AD203B41FA5}">
                      <a16:colId xmlns:a16="http://schemas.microsoft.com/office/drawing/2014/main" val="959920390"/>
                    </a:ext>
                  </a:extLst>
                </a:gridCol>
                <a:gridCol w="1557946">
                  <a:extLst>
                    <a:ext uri="{9D8B030D-6E8A-4147-A177-3AD203B41FA5}">
                      <a16:colId xmlns:a16="http://schemas.microsoft.com/office/drawing/2014/main" val="1991861135"/>
                    </a:ext>
                  </a:extLst>
                </a:gridCol>
                <a:gridCol w="1557946">
                  <a:extLst>
                    <a:ext uri="{9D8B030D-6E8A-4147-A177-3AD203B41FA5}">
                      <a16:colId xmlns:a16="http://schemas.microsoft.com/office/drawing/2014/main" val="1595021202"/>
                    </a:ext>
                  </a:extLst>
                </a:gridCol>
                <a:gridCol w="1557946">
                  <a:extLst>
                    <a:ext uri="{9D8B030D-6E8A-4147-A177-3AD203B41FA5}">
                      <a16:colId xmlns:a16="http://schemas.microsoft.com/office/drawing/2014/main" val="1979030730"/>
                    </a:ext>
                  </a:extLst>
                </a:gridCol>
                <a:gridCol w="1557946">
                  <a:extLst>
                    <a:ext uri="{9D8B030D-6E8A-4147-A177-3AD203B41FA5}">
                      <a16:colId xmlns:a16="http://schemas.microsoft.com/office/drawing/2014/main" val="1548063541"/>
                    </a:ext>
                  </a:extLst>
                </a:gridCol>
              </a:tblGrid>
              <a:tr h="324000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#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Description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Proposal FY26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Approved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Execution plan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Cash Flow FY27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362361"/>
                  </a:ext>
                </a:extLst>
              </a:tr>
              <a:tr h="32400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FY26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FY27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61625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7620" marR="10800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Airoli Colorman A Electronic Upgrade</a:t>
                      </a:r>
                    </a:p>
                  </a:txBody>
                  <a:tcPr marL="7200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52.0</a:t>
                      </a:r>
                    </a:p>
                  </a:txBody>
                  <a:tcPr marL="7620" marR="10800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52.0</a:t>
                      </a:r>
                    </a:p>
                  </a:txBody>
                  <a:tcPr marL="7620" marR="10800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13.0</a:t>
                      </a:r>
                    </a:p>
                  </a:txBody>
                  <a:tcPr marL="7620" marR="10800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39.0</a:t>
                      </a:r>
                    </a:p>
                  </a:txBody>
                  <a:tcPr marL="7620" marR="10800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967457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7620" marR="10800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CTP Replacement 3 Lines (Knd, Pun &amp; Ahm)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/>
                      </a:endParaRPr>
                    </a:p>
                  </a:txBody>
                  <a:tcPr marL="7200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8.0</a:t>
                      </a:r>
                    </a:p>
                  </a:txBody>
                  <a:tcPr marL="7620" marR="10800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8.0</a:t>
                      </a:r>
                    </a:p>
                  </a:txBody>
                  <a:tcPr marL="7620" marR="10800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8.0</a:t>
                      </a:r>
                    </a:p>
                  </a:txBody>
                  <a:tcPr marL="7620" marR="10800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</a:t>
                      </a:r>
                    </a:p>
                  </a:txBody>
                  <a:tcPr marL="7620" marR="10800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3477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7620" marR="10800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Mail Room Upgrade - Multiple Locations</a:t>
                      </a:r>
                    </a:p>
                  </a:txBody>
                  <a:tcPr marL="7200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17.4</a:t>
                      </a:r>
                    </a:p>
                  </a:txBody>
                  <a:tcPr marL="7620" marR="10800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10800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15.5</a:t>
                      </a:r>
                    </a:p>
                  </a:txBody>
                  <a:tcPr marL="7620" marR="10800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1.9</a:t>
                      </a:r>
                    </a:p>
                  </a:txBody>
                  <a:tcPr marL="7620" marR="10800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900214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7620" marR="10800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Fire and Safety - Multiple Locations</a:t>
                      </a:r>
                    </a:p>
                  </a:txBody>
                  <a:tcPr marL="7200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4.0</a:t>
                      </a:r>
                    </a:p>
                  </a:txBody>
                  <a:tcPr marL="7620" marR="10800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10800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4.0</a:t>
                      </a:r>
                    </a:p>
                  </a:txBody>
                  <a:tcPr marL="7620" marR="10800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</a:t>
                      </a:r>
                    </a:p>
                  </a:txBody>
                  <a:tcPr marL="7620" marR="10800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215814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</a:t>
                      </a:r>
                    </a:p>
                  </a:txBody>
                  <a:tcPr marL="7620" marR="10800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Network and Server Upgrade – </a:t>
                      </a: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Pan India</a:t>
                      </a:r>
                    </a:p>
                  </a:txBody>
                  <a:tcPr marL="7200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4.0</a:t>
                      </a:r>
                    </a:p>
                  </a:txBody>
                  <a:tcPr marL="7620" marR="10800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10800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4.0</a:t>
                      </a:r>
                    </a:p>
                  </a:txBody>
                  <a:tcPr marL="7620" marR="10800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</a:t>
                      </a:r>
                    </a:p>
                  </a:txBody>
                  <a:tcPr marL="7620" marR="10800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486653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</a:t>
                      </a:r>
                    </a:p>
                  </a:txBody>
                  <a:tcPr marL="7620" marR="10800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Airoli Roof Repair</a:t>
                      </a:r>
                    </a:p>
                  </a:txBody>
                  <a:tcPr marL="7200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3.9</a:t>
                      </a:r>
                    </a:p>
                  </a:txBody>
                  <a:tcPr marL="7620" marR="10800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10800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</a:t>
                      </a:r>
                    </a:p>
                  </a:txBody>
                  <a:tcPr marL="7620" marR="10800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</a:t>
                      </a:r>
                    </a:p>
                  </a:txBody>
                  <a:tcPr marL="7620" marR="10800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15618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</a:t>
                      </a:r>
                    </a:p>
                  </a:txBody>
                  <a:tcPr marL="7620" marR="10800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Miscellaneous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/>
                      </a:endParaRPr>
                    </a:p>
                  </a:txBody>
                  <a:tcPr marL="7200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2.8</a:t>
                      </a:r>
                    </a:p>
                  </a:txBody>
                  <a:tcPr marL="7620" marR="10800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10800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2.5</a:t>
                      </a:r>
                    </a:p>
                  </a:txBody>
                  <a:tcPr marL="7620" marR="10800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</a:t>
                      </a:r>
                    </a:p>
                  </a:txBody>
                  <a:tcPr marL="7620" marR="10800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6532845"/>
                  </a:ext>
                </a:extLst>
              </a:tr>
              <a:tr h="3600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Total</a:t>
                      </a:r>
                    </a:p>
                  </a:txBody>
                  <a:tcPr marL="3600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7200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92.1</a:t>
                      </a:r>
                    </a:p>
                  </a:txBody>
                  <a:tcPr marL="7620" marR="10800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60.0</a:t>
                      </a:r>
                    </a:p>
                  </a:txBody>
                  <a:tcPr marL="7620" marR="10800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50.0</a:t>
                      </a:r>
                    </a:p>
                  </a:txBody>
                  <a:tcPr marL="7620" marR="10800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42.1</a:t>
                      </a:r>
                    </a:p>
                  </a:txBody>
                  <a:tcPr marL="7620" marR="10800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0744938"/>
                  </a:ext>
                </a:extLst>
              </a:tr>
              <a:tr h="3600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Other items with low priority</a:t>
                      </a:r>
                    </a:p>
                  </a:txBody>
                  <a:tcPr marL="3600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Priority 2-4 items</a:t>
                      </a:r>
                    </a:p>
                  </a:txBody>
                  <a:tcPr marL="7200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27.2</a:t>
                      </a:r>
                    </a:p>
                  </a:txBody>
                  <a:tcPr marL="7620" marR="10800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10800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10800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10800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511472"/>
                  </a:ext>
                </a:extLst>
              </a:tr>
              <a:tr h="3600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Grand total</a:t>
                      </a:r>
                    </a:p>
                  </a:txBody>
                  <a:tcPr marL="3600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Grand Toal</a:t>
                      </a:r>
                    </a:p>
                  </a:txBody>
                  <a:tcPr marL="7200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119.3</a:t>
                      </a:r>
                    </a:p>
                  </a:txBody>
                  <a:tcPr marL="7620" marR="10800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10800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10800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10800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8264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4935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DF05C-A159-6D48-AD75-B3987F407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CapEx &amp; </a:t>
            </a:r>
            <a:r>
              <a:rPr lang="en-IN"/>
              <a:t>Cash flow</a:t>
            </a:r>
            <a:r>
              <a:rPr lang="en-US"/>
              <a:t> : </a:t>
            </a:r>
            <a:r>
              <a:rPr lang="en-US" sz="2400" i="1"/>
              <a:t>FY25</a:t>
            </a:r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9E9CEB6-0D56-9510-E85D-3F716FF6AF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9124011"/>
              </p:ext>
            </p:extLst>
          </p:nvPr>
        </p:nvGraphicFramePr>
        <p:xfrm>
          <a:off x="381682" y="1098379"/>
          <a:ext cx="11392396" cy="5119546"/>
        </p:xfrm>
        <a:graphic>
          <a:graphicData uri="http://schemas.openxmlformats.org/drawingml/2006/table">
            <a:tbl>
              <a:tblPr/>
              <a:tblGrid>
                <a:gridCol w="4271207">
                  <a:extLst>
                    <a:ext uri="{9D8B030D-6E8A-4147-A177-3AD203B41FA5}">
                      <a16:colId xmlns:a16="http://schemas.microsoft.com/office/drawing/2014/main" val="778492225"/>
                    </a:ext>
                  </a:extLst>
                </a:gridCol>
                <a:gridCol w="1593649">
                  <a:extLst>
                    <a:ext uri="{9D8B030D-6E8A-4147-A177-3AD203B41FA5}">
                      <a16:colId xmlns:a16="http://schemas.microsoft.com/office/drawing/2014/main" val="3308753594"/>
                    </a:ext>
                  </a:extLst>
                </a:gridCol>
                <a:gridCol w="559753">
                  <a:extLst>
                    <a:ext uri="{9D8B030D-6E8A-4147-A177-3AD203B41FA5}">
                      <a16:colId xmlns:a16="http://schemas.microsoft.com/office/drawing/2014/main" val="3341256403"/>
                    </a:ext>
                  </a:extLst>
                </a:gridCol>
                <a:gridCol w="787149">
                  <a:extLst>
                    <a:ext uri="{9D8B030D-6E8A-4147-A177-3AD203B41FA5}">
                      <a16:colId xmlns:a16="http://schemas.microsoft.com/office/drawing/2014/main" val="1337699392"/>
                    </a:ext>
                  </a:extLst>
                </a:gridCol>
                <a:gridCol w="752165">
                  <a:extLst>
                    <a:ext uri="{9D8B030D-6E8A-4147-A177-3AD203B41FA5}">
                      <a16:colId xmlns:a16="http://schemas.microsoft.com/office/drawing/2014/main" val="2371753776"/>
                    </a:ext>
                  </a:extLst>
                </a:gridCol>
                <a:gridCol w="857118">
                  <a:extLst>
                    <a:ext uri="{9D8B030D-6E8A-4147-A177-3AD203B41FA5}">
                      <a16:colId xmlns:a16="http://schemas.microsoft.com/office/drawing/2014/main" val="247263992"/>
                    </a:ext>
                  </a:extLst>
                </a:gridCol>
                <a:gridCol w="752165">
                  <a:extLst>
                    <a:ext uri="{9D8B030D-6E8A-4147-A177-3AD203B41FA5}">
                      <a16:colId xmlns:a16="http://schemas.microsoft.com/office/drawing/2014/main" val="2013240007"/>
                    </a:ext>
                  </a:extLst>
                </a:gridCol>
                <a:gridCol w="909595">
                  <a:extLst>
                    <a:ext uri="{9D8B030D-6E8A-4147-A177-3AD203B41FA5}">
                      <a16:colId xmlns:a16="http://schemas.microsoft.com/office/drawing/2014/main" val="3870139641"/>
                    </a:ext>
                  </a:extLst>
                </a:gridCol>
                <a:gridCol w="909595">
                  <a:extLst>
                    <a:ext uri="{9D8B030D-6E8A-4147-A177-3AD203B41FA5}">
                      <a16:colId xmlns:a16="http://schemas.microsoft.com/office/drawing/2014/main" val="1835257504"/>
                    </a:ext>
                  </a:extLst>
                </a:gridCol>
              </a:tblGrid>
              <a:tr h="30963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Project</a:t>
                      </a:r>
                    </a:p>
                  </a:txBody>
                  <a:tcPr marL="109006" marR="109006" marT="54503" marB="54503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Status</a:t>
                      </a:r>
                    </a:p>
                  </a:txBody>
                  <a:tcPr marL="109006" marR="109006" marT="54503" marB="54503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Approval</a:t>
                      </a:r>
                    </a:p>
                  </a:txBody>
                  <a:tcPr marL="109006" marR="109006" marT="54503" marB="54503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PO</a:t>
                      </a:r>
                    </a:p>
                  </a:txBody>
                  <a:tcPr marL="9017" marR="9017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Spent till FY24</a:t>
                      </a:r>
                    </a:p>
                  </a:txBody>
                  <a:tcPr marL="109006" marR="109006" marT="54503" marB="54503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FY25</a:t>
                      </a:r>
                    </a:p>
                  </a:txBody>
                  <a:tcPr marL="109006" marR="109006" marT="54503" marB="54503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9897109"/>
                  </a:ext>
                </a:extLst>
              </a:tr>
              <a:tr h="39756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Year</a:t>
                      </a:r>
                    </a:p>
                  </a:txBody>
                  <a:tcPr marL="9017" marR="9017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Amount</a:t>
                      </a:r>
                    </a:p>
                  </a:txBody>
                  <a:tcPr marL="9017" marR="9017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Value</a:t>
                      </a:r>
                    </a:p>
                  </a:txBody>
                  <a:tcPr marL="9017" marR="9017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Spent till Feb25</a:t>
                      </a:r>
                    </a:p>
                  </a:txBody>
                  <a:tcPr marL="9017" marR="9017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March</a:t>
                      </a:r>
                    </a:p>
                  </a:txBody>
                  <a:tcPr marL="9017" marR="9017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Total</a:t>
                      </a:r>
                    </a:p>
                  </a:txBody>
                  <a:tcPr marL="9017" marR="9017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774378"/>
                  </a:ext>
                </a:extLst>
              </a:tr>
              <a:tr h="25667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Electronic Upgrade Colorman KND &amp; SBD Lot 1</a:t>
                      </a:r>
                    </a:p>
                  </a:txBody>
                  <a:tcPr marL="36000" marR="9017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Under Execution</a:t>
                      </a:r>
                    </a:p>
                  </a:txBody>
                  <a:tcPr marL="36000" marR="9017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FY22 </a:t>
                      </a:r>
                    </a:p>
                  </a:txBody>
                  <a:tcPr marL="9017" marR="9017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700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60,10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30,97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6,46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7,68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14,14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592185"/>
                  </a:ext>
                </a:extLst>
              </a:tr>
              <a:tr h="25667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Electronic Upgrade Colorman KND &amp; SBD Lot 2</a:t>
                      </a:r>
                    </a:p>
                  </a:txBody>
                  <a:tcPr marL="36000" marR="9017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Under Execution</a:t>
                      </a:r>
                    </a:p>
                  </a:txBody>
                  <a:tcPr marL="36000" marR="9017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FY22 </a:t>
                      </a:r>
                    </a:p>
                  </a:txBody>
                  <a:tcPr marL="9017" marR="9017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70,00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57,31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15,88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12,51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3,00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15,51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8729756"/>
                  </a:ext>
                </a:extLst>
              </a:tr>
              <a:tr h="25667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Electronic Upgrade Regioman Kolkata Lot 3</a:t>
                      </a:r>
                    </a:p>
                  </a:txBody>
                  <a:tcPr marL="36000" marR="9017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Under Execution</a:t>
                      </a:r>
                    </a:p>
                  </a:txBody>
                  <a:tcPr marL="36000" marR="9017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FY23 </a:t>
                      </a:r>
                    </a:p>
                  </a:txBody>
                  <a:tcPr marL="9017" marR="9017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19,75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22,50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     87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3,82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    -  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    3,82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8456297"/>
                  </a:ext>
                </a:extLst>
              </a:tr>
              <a:tr h="25667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Electronic Upgrade Colorman B Airoli Lot 3</a:t>
                      </a:r>
                    </a:p>
                  </a:txBody>
                  <a:tcPr marL="36000" marR="9017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Under Execution</a:t>
                      </a:r>
                    </a:p>
                  </a:txBody>
                  <a:tcPr marL="36000" marR="9017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FY23 </a:t>
                      </a:r>
                    </a:p>
                  </a:txBody>
                  <a:tcPr marL="9017" marR="9017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39,00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35,00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       -  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1,51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    -  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    1,51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0538729"/>
                  </a:ext>
                </a:extLst>
              </a:tr>
              <a:tr h="25667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Digitization &amp; Archival MT Mum Edition</a:t>
                      </a:r>
                    </a:p>
                  </a:txBody>
                  <a:tcPr marL="36000" marR="9017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Under Execution</a:t>
                      </a:r>
                    </a:p>
                  </a:txBody>
                  <a:tcPr marL="36000" marR="9017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FY24 </a:t>
                      </a:r>
                    </a:p>
                  </a:txBody>
                  <a:tcPr marL="9017" marR="9017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 2,50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1,69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     36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   74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76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    1,50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7893319"/>
                  </a:ext>
                </a:extLst>
              </a:tr>
              <a:tr h="25667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Digitization &amp; Archival of EiSamay</a:t>
                      </a:r>
                    </a:p>
                  </a:txBody>
                  <a:tcPr marL="36000" marR="9017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Under Execution</a:t>
                      </a:r>
                    </a:p>
                  </a:txBody>
                  <a:tcPr marL="36000" marR="9017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FY24 </a:t>
                      </a:r>
                    </a:p>
                  </a:txBody>
                  <a:tcPr marL="9017" marR="9017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    18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  10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     10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   12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    -  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       12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21301"/>
                  </a:ext>
                </a:extLst>
              </a:tr>
              <a:tr h="25667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PDF Workflow ( Two Projects to split)</a:t>
                      </a:r>
                    </a:p>
                  </a:txBody>
                  <a:tcPr marL="36000" marR="9017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Under Execution</a:t>
                      </a:r>
                    </a:p>
                  </a:txBody>
                  <a:tcPr marL="36000" marR="9017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FY24 </a:t>
                      </a:r>
                    </a:p>
                  </a:txBody>
                  <a:tcPr marL="9017" marR="9017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 1,25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1,21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       -  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   96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   7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    1,03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3533029"/>
                  </a:ext>
                </a:extLst>
              </a:tr>
              <a:tr h="256678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Roof repair &amp; strengthening : Chennai Plant</a:t>
                      </a:r>
                    </a:p>
                  </a:txBody>
                  <a:tcPr marL="36000" marR="9017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Under Execution</a:t>
                      </a:r>
                    </a:p>
                  </a:txBody>
                  <a:tcPr marL="36000" marR="9017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FY25 </a:t>
                      </a:r>
                    </a:p>
                  </a:txBody>
                  <a:tcPr marL="9017" marR="9017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 2,50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2,15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       -  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   93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    -  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       93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9613387"/>
                  </a:ext>
                </a:extLst>
              </a:tr>
              <a:tr h="256678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Replacement of CTPs at Blr, Sbd, Air &amp; Che</a:t>
                      </a:r>
                    </a:p>
                  </a:txBody>
                  <a:tcPr marL="36000" marR="9017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Che &amp; Air received</a:t>
                      </a:r>
                    </a:p>
                  </a:txBody>
                  <a:tcPr marL="36000" marR="9017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FY25 </a:t>
                      </a:r>
                    </a:p>
                  </a:txBody>
                  <a:tcPr marL="9017" marR="9017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10,00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9,93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       -  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4,37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5,56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    9,93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3320365"/>
                  </a:ext>
                </a:extLst>
              </a:tr>
              <a:tr h="256678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Retrofit of emission control devise for DG - across plants</a:t>
                      </a:r>
                    </a:p>
                  </a:txBody>
                  <a:tcPr marL="36000" marR="9017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PO Placed</a:t>
                      </a:r>
                    </a:p>
                  </a:txBody>
                  <a:tcPr marL="36000" marR="9017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FY25 </a:t>
                      </a:r>
                    </a:p>
                  </a:txBody>
                  <a:tcPr marL="9017" marR="9017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12,80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3,27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       -  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    -  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2,88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    2,88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7985015"/>
                  </a:ext>
                </a:extLst>
              </a:tr>
              <a:tr h="256678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Upgradation of UV curing system - Knd &amp; Air</a:t>
                      </a:r>
                    </a:p>
                  </a:txBody>
                  <a:tcPr marL="36000" marR="9017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PO Placed</a:t>
                      </a:r>
                    </a:p>
                  </a:txBody>
                  <a:tcPr marL="36000" marR="9017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FY25 </a:t>
                      </a:r>
                    </a:p>
                  </a:txBody>
                  <a:tcPr marL="9017" marR="9017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18,00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11,58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       -  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    -  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    -  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        -  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4675695"/>
                  </a:ext>
                </a:extLst>
              </a:tr>
              <a:tr h="256678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ETP / STP Separation at Pune</a:t>
                      </a:r>
                    </a:p>
                  </a:txBody>
                  <a:tcPr marL="36000" marR="9017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PO Placed</a:t>
                      </a:r>
                    </a:p>
                  </a:txBody>
                  <a:tcPr marL="36000" marR="9017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FY25 </a:t>
                      </a:r>
                    </a:p>
                  </a:txBody>
                  <a:tcPr marL="9017" marR="9017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    41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       -  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    -  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    -  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        -  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9671175"/>
                  </a:ext>
                </a:extLst>
              </a:tr>
              <a:tr h="256678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UPS Replacement at Bengaluru</a:t>
                      </a:r>
                    </a:p>
                  </a:txBody>
                  <a:tcPr marL="36000" marR="9017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PO Placed</a:t>
                      </a:r>
                    </a:p>
                  </a:txBody>
                  <a:tcPr marL="36000" marR="9017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FY25 </a:t>
                      </a:r>
                    </a:p>
                  </a:txBody>
                  <a:tcPr marL="9017" marR="9017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    45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  41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       -  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    -  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   20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       20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8665413"/>
                  </a:ext>
                </a:extLst>
              </a:tr>
              <a:tr h="256678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Chiller Replacement at Sahibabad</a:t>
                      </a:r>
                    </a:p>
                  </a:txBody>
                  <a:tcPr marL="36000" marR="9017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BOQ Shared</a:t>
                      </a:r>
                    </a:p>
                  </a:txBody>
                  <a:tcPr marL="36000" marR="9017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FY25 </a:t>
                      </a:r>
                    </a:p>
                  </a:txBody>
                  <a:tcPr marL="9017" marR="9017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 2,50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       -  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    -  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    -  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        -  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277314"/>
                  </a:ext>
                </a:extLst>
              </a:tr>
              <a:tr h="256678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New Press at Hyderabad</a:t>
                      </a:r>
                    </a:p>
                  </a:txBody>
                  <a:tcPr marL="36000" marR="9017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PO Placed</a:t>
                      </a:r>
                    </a:p>
                  </a:txBody>
                  <a:tcPr marL="36000" marR="9017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FY25 </a:t>
                      </a:r>
                    </a:p>
                  </a:txBody>
                  <a:tcPr marL="9017" marR="9017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29,00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22,14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       -  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    -  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    -  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        -  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7463077"/>
                  </a:ext>
                </a:extLst>
              </a:tr>
              <a:tr h="256678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Replacement of Chd Press with refurbished Kandivali Hiline</a:t>
                      </a:r>
                    </a:p>
                  </a:txBody>
                  <a:tcPr marL="36000" marR="9017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BOQ Shared</a:t>
                      </a:r>
                    </a:p>
                  </a:txBody>
                  <a:tcPr marL="36000" marR="9017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FY25 </a:t>
                      </a:r>
                    </a:p>
                  </a:txBody>
                  <a:tcPr marL="9017" marR="9017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 6,00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       -  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    -  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    -  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         -  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9280846"/>
                  </a:ext>
                </a:extLst>
              </a:tr>
              <a:tr h="30550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Total</a:t>
                      </a:r>
                    </a:p>
                  </a:txBody>
                  <a:tcPr marL="9017" marR="9017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017" marR="9017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017" marR="9017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48,18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31,42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20,35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 51,77 </a:t>
                      </a:r>
                    </a:p>
                  </a:txBody>
                  <a:tcPr marL="9017" marR="72000" marT="9017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67375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705EFE9-9688-4BF6-9038-F1DAFCE7DECA}"/>
              </a:ext>
            </a:extLst>
          </p:cNvPr>
          <p:cNvSpPr txBox="1"/>
          <p:nvPr/>
        </p:nvSpPr>
        <p:spPr>
          <a:xfrm>
            <a:off x="10102251" y="868299"/>
            <a:ext cx="163698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05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All figures in Rs. Lakhs</a:t>
            </a:r>
            <a:endParaRPr lang="en-IN" sz="105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1996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EDB805AC-11EC-442F-94B6-BFD48D7B6C7E}"/>
              </a:ext>
            </a:extLst>
          </p:cNvPr>
          <p:cNvSpPr/>
          <p:nvPr/>
        </p:nvSpPr>
        <p:spPr>
          <a:xfrm>
            <a:off x="551791" y="1229710"/>
            <a:ext cx="78830" cy="1600200"/>
          </a:xfrm>
          <a:custGeom>
            <a:avLst/>
            <a:gdLst>
              <a:gd name="connsiteX0" fmla="*/ 0 w 0"/>
              <a:gd name="connsiteY0" fmla="*/ 0 h 2325414"/>
              <a:gd name="connsiteX1" fmla="*/ 0 w 0"/>
              <a:gd name="connsiteY1" fmla="*/ 2325414 h 2325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2325414">
                <a:moveTo>
                  <a:pt x="0" y="0"/>
                </a:moveTo>
                <a:lnTo>
                  <a:pt x="0" y="2325414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53" name="Chart 52">
            <a:extLst>
              <a:ext uri="{FF2B5EF4-FFF2-40B4-BE49-F238E27FC236}">
                <a16:creationId xmlns:a16="http://schemas.microsoft.com/office/drawing/2014/main" id="{8875B5EE-AC27-458E-ACE5-DAE79D3C5FB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10649766"/>
              </p:ext>
            </p:extLst>
          </p:nvPr>
        </p:nvGraphicFramePr>
        <p:xfrm>
          <a:off x="599088" y="1079937"/>
          <a:ext cx="6414570" cy="18682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8" name="TextBox 87">
            <a:extLst>
              <a:ext uri="{FF2B5EF4-FFF2-40B4-BE49-F238E27FC236}">
                <a16:creationId xmlns:a16="http://schemas.microsoft.com/office/drawing/2014/main" id="{50054C33-4890-478C-9359-B80594B5E2A6}"/>
              </a:ext>
            </a:extLst>
          </p:cNvPr>
          <p:cNvSpPr txBox="1"/>
          <p:nvPr/>
        </p:nvSpPr>
        <p:spPr>
          <a:xfrm>
            <a:off x="8271826" y="1171861"/>
            <a:ext cx="2853682" cy="29795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>
            <a:noAutofit/>
          </a:bodyPr>
          <a:lstStyle/>
          <a:p>
            <a:pPr algn="ctr"/>
            <a:endParaRPr lang="en-IN" sz="1400"/>
          </a:p>
        </p:txBody>
      </p:sp>
      <p:graphicFrame>
        <p:nvGraphicFramePr>
          <p:cNvPr id="41" name="Chart 40">
            <a:extLst>
              <a:ext uri="{FF2B5EF4-FFF2-40B4-BE49-F238E27FC236}">
                <a16:creationId xmlns:a16="http://schemas.microsoft.com/office/drawing/2014/main" id="{8BECB974-B12A-46C3-AD03-E947E17E69B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6154792"/>
              </p:ext>
            </p:extLst>
          </p:nvPr>
        </p:nvGraphicFramePr>
        <p:xfrm>
          <a:off x="599088" y="3200400"/>
          <a:ext cx="6414570" cy="30474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98BFA22-0EDD-4CC7-85CF-71188A09EAE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>
                <a:latin typeface="Arial"/>
                <a:cs typeface="Arial"/>
              </a:rPr>
              <a:t>Manpower : </a:t>
            </a:r>
            <a:r>
              <a:rPr lang="en-IN" sz="2400" i="1">
                <a:latin typeface="Arial"/>
                <a:cs typeface="Arial"/>
              </a:rPr>
              <a:t>FY25 &amp; FY26 projection</a:t>
            </a:r>
            <a:endParaRPr lang="en-US" i="1" baseline="-25000">
              <a:latin typeface="Arial"/>
              <a:cs typeface="Arial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AC66A58-A12D-4C74-8B07-3DB142D6FB71}"/>
              </a:ext>
            </a:extLst>
          </p:cNvPr>
          <p:cNvSpPr/>
          <p:nvPr/>
        </p:nvSpPr>
        <p:spPr>
          <a:xfrm rot="5400000" flipV="1">
            <a:off x="4855036" y="3612401"/>
            <a:ext cx="4835613" cy="62763"/>
          </a:xfrm>
          <a:custGeom>
            <a:avLst/>
            <a:gdLst>
              <a:gd name="connsiteX0" fmla="*/ 0 w 3587261"/>
              <a:gd name="connsiteY0" fmla="*/ 0 h 0"/>
              <a:gd name="connsiteX1" fmla="*/ 3587261 w 358726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87261">
                <a:moveTo>
                  <a:pt x="0" y="0"/>
                </a:moveTo>
                <a:lnTo>
                  <a:pt x="3587261" y="0"/>
                </a:lnTo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  <a:prstDash val="sysDot"/>
          </a:ln>
          <a:effectLst>
            <a:outerShdw blurRad="101600" algn="ctr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4406" tIns="42203" rIns="84406" bIns="4220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62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400513D5-D89B-4309-ABAC-D6C622F30008}"/>
              </a:ext>
            </a:extLst>
          </p:cNvPr>
          <p:cNvSpPr/>
          <p:nvPr/>
        </p:nvSpPr>
        <p:spPr>
          <a:xfrm rot="10800000">
            <a:off x="7629235" y="2968906"/>
            <a:ext cx="4184074" cy="45719"/>
          </a:xfrm>
          <a:custGeom>
            <a:avLst/>
            <a:gdLst>
              <a:gd name="connsiteX0" fmla="*/ 0 w 3587261"/>
              <a:gd name="connsiteY0" fmla="*/ 0 h 0"/>
              <a:gd name="connsiteX1" fmla="*/ 3587261 w 358726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87261">
                <a:moveTo>
                  <a:pt x="0" y="0"/>
                </a:moveTo>
                <a:lnTo>
                  <a:pt x="3587261" y="0"/>
                </a:lnTo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  <a:prstDash val="sysDot"/>
          </a:ln>
          <a:effectLst>
            <a:outerShdw blurRad="101600" algn="ctr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4406" tIns="42203" rIns="84406" bIns="4220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62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AE257AD-128E-4EF6-AE34-0049C89971D0}"/>
              </a:ext>
            </a:extLst>
          </p:cNvPr>
          <p:cNvSpPr txBox="1"/>
          <p:nvPr/>
        </p:nvSpPr>
        <p:spPr>
          <a:xfrm>
            <a:off x="5229015" y="2120676"/>
            <a:ext cx="50009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1600" b="1">
                <a:solidFill>
                  <a:srgbClr val="00B050"/>
                </a:solidFill>
                <a:cs typeface="Arial" panose="020B0604020202020204" pitchFamily="34" charset="0"/>
              </a:rPr>
              <a:t>-5</a:t>
            </a:r>
            <a:r>
              <a:rPr lang="en-IN" sz="1100" b="1">
                <a:solidFill>
                  <a:srgbClr val="00B050"/>
                </a:solidFill>
                <a:cs typeface="Arial" panose="020B0604020202020204" pitchFamily="34" charset="0"/>
              </a:rPr>
              <a:t>%</a:t>
            </a:r>
            <a:endParaRPr lang="en-IN" sz="1600" b="1">
              <a:solidFill>
                <a:srgbClr val="00B050"/>
              </a:solidFill>
              <a:cs typeface="Arial" panose="020B0604020202020204" pitchFamily="34" charset="0"/>
            </a:endParaRPr>
          </a:p>
        </p:txBody>
      </p:sp>
      <p:sp>
        <p:nvSpPr>
          <p:cNvPr id="61" name="Arrow: Down 60">
            <a:extLst>
              <a:ext uri="{FF2B5EF4-FFF2-40B4-BE49-F238E27FC236}">
                <a16:creationId xmlns:a16="http://schemas.microsoft.com/office/drawing/2014/main" id="{385202E8-932F-4989-9992-C654EDA38B57}"/>
              </a:ext>
            </a:extLst>
          </p:cNvPr>
          <p:cNvSpPr/>
          <p:nvPr/>
        </p:nvSpPr>
        <p:spPr>
          <a:xfrm>
            <a:off x="5484899" y="2065867"/>
            <a:ext cx="123421" cy="130595"/>
          </a:xfrm>
          <a:prstGeom prst="downArrow">
            <a:avLst/>
          </a:prstGeom>
          <a:solidFill>
            <a:srgbClr val="00B050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C9B4551-684C-4836-8394-32C8C210C7DE}"/>
              </a:ext>
            </a:extLst>
          </p:cNvPr>
          <p:cNvSpPr/>
          <p:nvPr/>
        </p:nvSpPr>
        <p:spPr>
          <a:xfrm>
            <a:off x="4866028" y="1967180"/>
            <a:ext cx="572958" cy="230832"/>
          </a:xfrm>
          <a:prstGeom prst="rect">
            <a:avLst/>
          </a:prstGeom>
        </p:spPr>
        <p:txBody>
          <a:bodyPr wrap="square" r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kumimoji="0" lang="en-IN" sz="900" b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cs typeface="Arial" panose="020B0604020202020204" pitchFamily="34" charset="0"/>
              </a:rPr>
              <a:t>vs FY19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10EE12C0-EEA3-4934-AAA6-388AE8078A4D}"/>
              </a:ext>
            </a:extLst>
          </p:cNvPr>
          <p:cNvSpPr/>
          <p:nvPr/>
        </p:nvSpPr>
        <p:spPr>
          <a:xfrm>
            <a:off x="7619999" y="1211668"/>
            <a:ext cx="4228124" cy="154086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gradFill>
              <a:gsLst>
                <a:gs pos="0">
                  <a:schemeClr val="tx2">
                    <a:lumMod val="20000"/>
                    <a:lumOff val="8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6310FDF-6EF4-432E-B549-6BAD70720EDF}"/>
              </a:ext>
            </a:extLst>
          </p:cNvPr>
          <p:cNvSpPr txBox="1"/>
          <p:nvPr/>
        </p:nvSpPr>
        <p:spPr>
          <a:xfrm>
            <a:off x="10035589" y="1753231"/>
            <a:ext cx="315795" cy="349702"/>
          </a:xfrm>
          <a:prstGeom prst="rect">
            <a:avLst/>
          </a:prstGeom>
          <a:noFill/>
        </p:spPr>
        <p:txBody>
          <a:bodyPr wrap="square" lIns="36000" tIns="36000" rIns="36000" bIns="36000" rtlCol="0" anchor="t">
            <a:spAutoFit/>
          </a:bodyPr>
          <a:lstStyle/>
          <a:p>
            <a:pPr algn="ctr"/>
            <a:r>
              <a:rPr lang="en-IN" b="1">
                <a:ea typeface="Calibri"/>
                <a:cs typeface="Arial" panose="020B0604020202020204" pitchFamily="34" charset="0"/>
              </a:rPr>
              <a:t>15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AC826A3-C166-40AD-AFED-D274DE48CC23}"/>
              </a:ext>
            </a:extLst>
          </p:cNvPr>
          <p:cNvSpPr txBox="1"/>
          <p:nvPr/>
        </p:nvSpPr>
        <p:spPr>
          <a:xfrm>
            <a:off x="9735711" y="2086492"/>
            <a:ext cx="979181" cy="250829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 algn="ctr">
              <a:lnSpc>
                <a:spcPts val="1500"/>
              </a:lnSpc>
            </a:pPr>
            <a:r>
              <a:rPr lang="en-IN" sz="1000" b="1">
                <a:cs typeface="Arial" panose="020B0604020202020204" pitchFamily="34" charset="0"/>
              </a:rPr>
              <a:t>Transfer to P&amp;T </a:t>
            </a:r>
            <a:endParaRPr lang="en-IN" sz="1050" b="1">
              <a:cs typeface="Arial" panose="020B0604020202020204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55848FB-5031-47DA-9F50-B4B9AEE95857}"/>
              </a:ext>
            </a:extLst>
          </p:cNvPr>
          <p:cNvSpPr txBox="1"/>
          <p:nvPr/>
        </p:nvSpPr>
        <p:spPr>
          <a:xfrm>
            <a:off x="9878542" y="2394950"/>
            <a:ext cx="807689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lvl="2" algn="ctr">
              <a:spcAft>
                <a:spcPts val="1800"/>
              </a:spcAft>
              <a:buSzPct val="70000"/>
            </a:pPr>
            <a:endParaRPr lang="en-IN" sz="1000">
              <a:cs typeface="Arial"/>
            </a:endParaRP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9A509B25-EA62-4E10-9A18-76FB464B1F7D}"/>
              </a:ext>
            </a:extLst>
          </p:cNvPr>
          <p:cNvSpPr/>
          <p:nvPr/>
        </p:nvSpPr>
        <p:spPr>
          <a:xfrm>
            <a:off x="9589719" y="1715303"/>
            <a:ext cx="45719" cy="763572"/>
          </a:xfrm>
          <a:custGeom>
            <a:avLst/>
            <a:gdLst>
              <a:gd name="connsiteX0" fmla="*/ 0 w 0"/>
              <a:gd name="connsiteY0" fmla="*/ 0 h 650449"/>
              <a:gd name="connsiteX1" fmla="*/ 0 w 0"/>
              <a:gd name="connsiteY1" fmla="*/ 650449 h 65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650449">
                <a:moveTo>
                  <a:pt x="0" y="0"/>
                </a:moveTo>
                <a:lnTo>
                  <a:pt x="0" y="650449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8BC58D1-EEBC-45EC-9DA9-2B07307051D2}"/>
              </a:ext>
            </a:extLst>
          </p:cNvPr>
          <p:cNvSpPr txBox="1"/>
          <p:nvPr/>
        </p:nvSpPr>
        <p:spPr>
          <a:xfrm>
            <a:off x="7720990" y="1753231"/>
            <a:ext cx="528554" cy="349702"/>
          </a:xfrm>
          <a:prstGeom prst="rect">
            <a:avLst/>
          </a:prstGeom>
          <a:noFill/>
        </p:spPr>
        <p:txBody>
          <a:bodyPr wrap="square" lIns="36000" tIns="36000" rIns="36000" bIns="36000" rtlCol="0" anchor="t">
            <a:spAutoFit/>
          </a:bodyPr>
          <a:lstStyle/>
          <a:p>
            <a:pPr algn="ctr"/>
            <a:r>
              <a:rPr lang="en-IN" b="1">
                <a:cs typeface="Arial"/>
              </a:rPr>
              <a:t>20</a:t>
            </a:r>
            <a:endParaRPr lang="en-IN" b="1">
              <a:cs typeface="Arial" panose="020B0604020202020204" pitchFamily="34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5D47604-5031-45DC-8EE9-5C4E88189D42}"/>
              </a:ext>
            </a:extLst>
          </p:cNvPr>
          <p:cNvSpPr txBox="1"/>
          <p:nvPr/>
        </p:nvSpPr>
        <p:spPr>
          <a:xfrm>
            <a:off x="7647139" y="2086492"/>
            <a:ext cx="757723" cy="252048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 algn="ctr">
              <a:lnSpc>
                <a:spcPts val="1500"/>
              </a:lnSpc>
            </a:pPr>
            <a:r>
              <a:rPr lang="en-IN" sz="1000" b="1">
                <a:cs typeface="Arial" panose="020B0604020202020204" pitchFamily="34" charset="0"/>
              </a:rPr>
              <a:t>Resignation</a:t>
            </a:r>
            <a:endParaRPr lang="en-IN" sz="900" b="1">
              <a:cs typeface="Arial" panose="020B0604020202020204" pitchFamily="34" charset="0"/>
            </a:endParaRPr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A84AD55F-E5A1-4F0A-BA5D-41D94F8B44EC}"/>
              </a:ext>
            </a:extLst>
          </p:cNvPr>
          <p:cNvSpPr/>
          <p:nvPr/>
        </p:nvSpPr>
        <p:spPr>
          <a:xfrm>
            <a:off x="10962100" y="1715303"/>
            <a:ext cx="45719" cy="763572"/>
          </a:xfrm>
          <a:custGeom>
            <a:avLst/>
            <a:gdLst>
              <a:gd name="connsiteX0" fmla="*/ 0 w 0"/>
              <a:gd name="connsiteY0" fmla="*/ 0 h 650449"/>
              <a:gd name="connsiteX1" fmla="*/ 0 w 0"/>
              <a:gd name="connsiteY1" fmla="*/ 650449 h 65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650449">
                <a:moveTo>
                  <a:pt x="0" y="0"/>
                </a:moveTo>
                <a:lnTo>
                  <a:pt x="0" y="650449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693A3C0-A62E-4A91-AAB0-1A83D05A0D1A}"/>
              </a:ext>
            </a:extLst>
          </p:cNvPr>
          <p:cNvSpPr txBox="1"/>
          <p:nvPr/>
        </p:nvSpPr>
        <p:spPr>
          <a:xfrm>
            <a:off x="11122198" y="1753231"/>
            <a:ext cx="470179" cy="349702"/>
          </a:xfrm>
          <a:prstGeom prst="rect">
            <a:avLst/>
          </a:prstGeom>
          <a:noFill/>
        </p:spPr>
        <p:txBody>
          <a:bodyPr wrap="square" lIns="36000" tIns="36000" rIns="36000" bIns="36000" rtlCol="0" anchor="t">
            <a:spAutoFit/>
          </a:bodyPr>
          <a:lstStyle/>
          <a:p>
            <a:pPr algn="ctr"/>
            <a:r>
              <a:rPr lang="en-IN" b="1">
                <a:ea typeface="Calibri"/>
                <a:cs typeface="Arial"/>
              </a:rPr>
              <a:t>19</a:t>
            </a:r>
            <a:endParaRPr lang="en-IN" b="1">
              <a:ea typeface="Calibri"/>
              <a:cs typeface="Arial" panose="020B0604020202020204" pitchFamily="34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B931A20-23AE-4BE0-9DF0-6D941D90F4FD}"/>
              </a:ext>
            </a:extLst>
          </p:cNvPr>
          <p:cNvSpPr txBox="1"/>
          <p:nvPr/>
        </p:nvSpPr>
        <p:spPr>
          <a:xfrm>
            <a:off x="10886727" y="2086492"/>
            <a:ext cx="953477" cy="254228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 algn="ctr">
              <a:lnSpc>
                <a:spcPts val="1500"/>
              </a:lnSpc>
            </a:pPr>
            <a:r>
              <a:rPr lang="en-IN" sz="1000" b="1">
                <a:cs typeface="Arial" panose="020B0604020202020204" pitchFamily="34" charset="0"/>
              </a:rPr>
              <a:t>Recruitment</a:t>
            </a:r>
            <a:r>
              <a:rPr lang="en-IN" sz="1100" b="1">
                <a:cs typeface="Arial" panose="020B0604020202020204" pitchFamily="34" charset="0"/>
              </a:rPr>
              <a:t> </a:t>
            </a:r>
            <a:endParaRPr lang="en-IN" sz="1050" b="1">
              <a:cs typeface="Arial" panose="020B0604020202020204" pitchFamily="34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B5DC0B7-7AA2-4D17-9E94-35DF15E11728}"/>
              </a:ext>
            </a:extLst>
          </p:cNvPr>
          <p:cNvSpPr txBox="1"/>
          <p:nvPr/>
        </p:nvSpPr>
        <p:spPr>
          <a:xfrm>
            <a:off x="8686393" y="1171861"/>
            <a:ext cx="2028497" cy="307777"/>
          </a:xfrm>
          <a:prstGeom prst="rect">
            <a:avLst/>
          </a:prstGeom>
          <a:solidFill>
            <a:srgbClr val="E2E9F6"/>
          </a:solidFill>
        </p:spPr>
        <p:txBody>
          <a:bodyPr wrap="square">
            <a:spAutoFit/>
          </a:bodyPr>
          <a:lstStyle/>
          <a:p>
            <a:pPr algn="ctr"/>
            <a:r>
              <a:rPr lang="en-IN" sz="1400">
                <a:solidFill>
                  <a:schemeClr val="tx1"/>
                </a:solidFill>
                <a:cs typeface="Arial" panose="020B0604020202020204" pitchFamily="34" charset="0"/>
              </a:rPr>
              <a:t>FY25 </a:t>
            </a:r>
            <a:r>
              <a:rPr lang="en-IN" sz="1400" baseline="-25000">
                <a:solidFill>
                  <a:schemeClr val="tx1"/>
                </a:solidFill>
                <a:cs typeface="Arial" panose="020B0604020202020204" pitchFamily="34" charset="0"/>
              </a:rPr>
              <a:t>ytd Oct  </a:t>
            </a:r>
            <a:r>
              <a:rPr lang="en-IN" sz="1400">
                <a:solidFill>
                  <a:schemeClr val="tx1"/>
                </a:solidFill>
                <a:cs typeface="Arial" panose="020B0604020202020204" pitchFamily="34" charset="0"/>
              </a:rPr>
              <a:t>Summary </a:t>
            </a:r>
            <a:endParaRPr lang="en-IN" sz="140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4D923E4-C141-49C1-B2FA-A089893DCE35}"/>
              </a:ext>
            </a:extLst>
          </p:cNvPr>
          <p:cNvSpPr txBox="1"/>
          <p:nvPr/>
        </p:nvSpPr>
        <p:spPr>
          <a:xfrm>
            <a:off x="8736127" y="1753231"/>
            <a:ext cx="528554" cy="349702"/>
          </a:xfrm>
          <a:prstGeom prst="rect">
            <a:avLst/>
          </a:prstGeom>
          <a:noFill/>
        </p:spPr>
        <p:txBody>
          <a:bodyPr wrap="square" lIns="36000" tIns="36000" rIns="36000" bIns="36000" rtlCol="0" anchor="t">
            <a:spAutoFit/>
          </a:bodyPr>
          <a:lstStyle/>
          <a:p>
            <a:pPr algn="ctr"/>
            <a:r>
              <a:rPr lang="en-IN" b="1">
                <a:ea typeface="Calibri"/>
                <a:cs typeface="Arial"/>
              </a:rPr>
              <a:t>10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9206BC3-0991-4372-9857-4560BB995D00}"/>
              </a:ext>
            </a:extLst>
          </p:cNvPr>
          <p:cNvSpPr txBox="1"/>
          <p:nvPr/>
        </p:nvSpPr>
        <p:spPr>
          <a:xfrm>
            <a:off x="8601790" y="2086492"/>
            <a:ext cx="920691" cy="252048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 algn="ctr">
              <a:lnSpc>
                <a:spcPts val="1500"/>
              </a:lnSpc>
            </a:pPr>
            <a:r>
              <a:rPr lang="en-IN" sz="1000" b="1">
                <a:cs typeface="Arial" panose="020B0604020202020204" pitchFamily="34" charset="0"/>
              </a:rPr>
              <a:t>Retirement </a:t>
            </a:r>
            <a:endParaRPr lang="en-IN" sz="900" b="1">
              <a:cs typeface="Arial" panose="020B0604020202020204" pitchFamily="34" charset="0"/>
            </a:endParaRPr>
          </a:p>
        </p:txBody>
      </p: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B91500F1-4608-46CC-B529-DE51CBCBA741}"/>
              </a:ext>
            </a:extLst>
          </p:cNvPr>
          <p:cNvSpPr/>
          <p:nvPr/>
        </p:nvSpPr>
        <p:spPr>
          <a:xfrm>
            <a:off x="8458051" y="1715303"/>
            <a:ext cx="45719" cy="763572"/>
          </a:xfrm>
          <a:custGeom>
            <a:avLst/>
            <a:gdLst>
              <a:gd name="connsiteX0" fmla="*/ 0 w 0"/>
              <a:gd name="connsiteY0" fmla="*/ 0 h 650449"/>
              <a:gd name="connsiteX1" fmla="*/ 0 w 0"/>
              <a:gd name="connsiteY1" fmla="*/ 650449 h 65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650449">
                <a:moveTo>
                  <a:pt x="0" y="0"/>
                </a:moveTo>
                <a:lnTo>
                  <a:pt x="0" y="650449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E32D160-E65E-4CF5-B1B6-D65F7E1C610D}"/>
              </a:ext>
            </a:extLst>
          </p:cNvPr>
          <p:cNvSpPr txBox="1"/>
          <p:nvPr/>
        </p:nvSpPr>
        <p:spPr>
          <a:xfrm>
            <a:off x="11131434" y="2285387"/>
            <a:ext cx="470179" cy="241980"/>
          </a:xfrm>
          <a:prstGeom prst="rect">
            <a:avLst/>
          </a:prstGeom>
          <a:noFill/>
        </p:spPr>
        <p:txBody>
          <a:bodyPr wrap="square" lIns="36000" tIns="36000" rIns="36000" bIns="36000" rtlCol="0" anchor="t">
            <a:spAutoFit/>
          </a:bodyPr>
          <a:lstStyle/>
          <a:p>
            <a:pPr algn="ctr"/>
            <a:r>
              <a:rPr lang="en-IN" sz="1100">
                <a:ea typeface="Calibri"/>
                <a:cs typeface="Arial" panose="020B0604020202020204" pitchFamily="34" charset="0"/>
              </a:rPr>
              <a:t>9 GET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112717C-6EC8-41CC-9B2C-64A433BE0229}"/>
              </a:ext>
            </a:extLst>
          </p:cNvPr>
          <p:cNvSpPr txBox="1"/>
          <p:nvPr/>
        </p:nvSpPr>
        <p:spPr>
          <a:xfrm>
            <a:off x="8392161" y="1171861"/>
            <a:ext cx="2636012" cy="307777"/>
          </a:xfrm>
          <a:prstGeom prst="rect">
            <a:avLst/>
          </a:prstGeom>
          <a:solidFill>
            <a:srgbClr val="E2E9F6"/>
          </a:solidFill>
        </p:spPr>
        <p:txBody>
          <a:bodyPr wrap="square">
            <a:spAutoFit/>
          </a:bodyPr>
          <a:lstStyle/>
          <a:p>
            <a:pPr algn="ctr"/>
            <a:r>
              <a:rPr lang="en-IN" sz="1400">
                <a:solidFill>
                  <a:schemeClr val="tx1"/>
                </a:solidFill>
                <a:cs typeface="Arial" panose="020B0604020202020204" pitchFamily="34" charset="0"/>
              </a:rPr>
              <a:t>FY25 </a:t>
            </a:r>
            <a:r>
              <a:rPr lang="en-IN" sz="1400" baseline="-25000" err="1">
                <a:solidFill>
                  <a:schemeClr val="tx1"/>
                </a:solidFill>
                <a:cs typeface="Arial" panose="020B0604020202020204" pitchFamily="34" charset="0"/>
              </a:rPr>
              <a:t>ytd</a:t>
            </a:r>
            <a:r>
              <a:rPr lang="en-IN" sz="1400" baseline="-25000">
                <a:solidFill>
                  <a:schemeClr val="tx1"/>
                </a:solidFill>
                <a:cs typeface="Arial" panose="020B0604020202020204" pitchFamily="34" charset="0"/>
              </a:rPr>
              <a:t> Feb  </a:t>
            </a:r>
            <a:r>
              <a:rPr lang="en-IN" sz="1400">
                <a:solidFill>
                  <a:schemeClr val="tx1"/>
                </a:solidFill>
                <a:cs typeface="Arial" panose="020B0604020202020204" pitchFamily="34" charset="0"/>
              </a:rPr>
              <a:t>Status </a:t>
            </a:r>
            <a:endParaRPr lang="en-IN" sz="140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8C40471-702E-41D2-A1A6-5F7B2F3C1A6D}"/>
              </a:ext>
            </a:extLst>
          </p:cNvPr>
          <p:cNvSpPr/>
          <p:nvPr/>
        </p:nvSpPr>
        <p:spPr>
          <a:xfrm>
            <a:off x="417785" y="3318641"/>
            <a:ext cx="268014" cy="0"/>
          </a:xfrm>
          <a:custGeom>
            <a:avLst/>
            <a:gdLst>
              <a:gd name="connsiteX0" fmla="*/ 268014 w 268014"/>
              <a:gd name="connsiteY0" fmla="*/ 0 h 0"/>
              <a:gd name="connsiteX1" fmla="*/ 0 w 268014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68014">
                <a:moveTo>
                  <a:pt x="268014" y="0"/>
                </a:moveTo>
                <a:lnTo>
                  <a:pt x="0" y="0"/>
                </a:lnTo>
              </a:path>
            </a:pathLst>
          </a:cu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D6416FAE-8E8F-42B7-95A3-F4E60862E5C1}"/>
              </a:ext>
            </a:extLst>
          </p:cNvPr>
          <p:cNvSpPr/>
          <p:nvPr/>
        </p:nvSpPr>
        <p:spPr>
          <a:xfrm>
            <a:off x="417785" y="5675586"/>
            <a:ext cx="268014" cy="0"/>
          </a:xfrm>
          <a:custGeom>
            <a:avLst/>
            <a:gdLst>
              <a:gd name="connsiteX0" fmla="*/ 268014 w 268014"/>
              <a:gd name="connsiteY0" fmla="*/ 0 h 0"/>
              <a:gd name="connsiteX1" fmla="*/ 0 w 268014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68014">
                <a:moveTo>
                  <a:pt x="268014" y="0"/>
                </a:moveTo>
                <a:lnTo>
                  <a:pt x="0" y="0"/>
                </a:lnTo>
              </a:path>
            </a:pathLst>
          </a:cu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7CD5D36A-FBDE-4A4E-946B-5F7356B7333C}"/>
              </a:ext>
            </a:extLst>
          </p:cNvPr>
          <p:cNvSpPr/>
          <p:nvPr/>
        </p:nvSpPr>
        <p:spPr>
          <a:xfrm>
            <a:off x="551792" y="3334407"/>
            <a:ext cx="0" cy="2325414"/>
          </a:xfrm>
          <a:custGeom>
            <a:avLst/>
            <a:gdLst>
              <a:gd name="connsiteX0" fmla="*/ 0 w 0"/>
              <a:gd name="connsiteY0" fmla="*/ 0 h 2325414"/>
              <a:gd name="connsiteX1" fmla="*/ 0 w 0"/>
              <a:gd name="connsiteY1" fmla="*/ 2325414 h 2325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2325414">
                <a:moveTo>
                  <a:pt x="0" y="0"/>
                </a:moveTo>
                <a:lnTo>
                  <a:pt x="0" y="2325414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03DC5B9-FD57-4124-8E78-89685B9F3655}"/>
              </a:ext>
            </a:extLst>
          </p:cNvPr>
          <p:cNvSpPr/>
          <p:nvPr/>
        </p:nvSpPr>
        <p:spPr>
          <a:xfrm rot="16200000">
            <a:off x="290368" y="4288647"/>
            <a:ext cx="515040" cy="288147"/>
          </a:xfrm>
          <a:prstGeom prst="rect">
            <a:avLst/>
          </a:prstGeom>
          <a:solidFill>
            <a:schemeClr val="bg1"/>
          </a:solidFill>
        </p:spPr>
        <p:txBody>
          <a:bodyPr wrap="square" lIns="36000" tIns="36000" rIns="36000" bIns="3600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kumimoji="0" lang="en-IN" sz="1400" b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Nos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638223D7-0F0C-4BAC-A0D1-74A48E9937A3}"/>
              </a:ext>
            </a:extLst>
          </p:cNvPr>
          <p:cNvSpPr/>
          <p:nvPr/>
        </p:nvSpPr>
        <p:spPr>
          <a:xfrm>
            <a:off x="867102" y="3050629"/>
            <a:ext cx="5872655" cy="0"/>
          </a:xfrm>
          <a:custGeom>
            <a:avLst/>
            <a:gdLst>
              <a:gd name="connsiteX0" fmla="*/ 0 w 5872655"/>
              <a:gd name="connsiteY0" fmla="*/ 0 h 0"/>
              <a:gd name="connsiteX1" fmla="*/ 5872655 w 5872655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872655">
                <a:moveTo>
                  <a:pt x="0" y="0"/>
                </a:moveTo>
                <a:lnTo>
                  <a:pt x="5872655" y="0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DCBE1284-90CB-4AC3-9ED0-41E820A65AD4}"/>
              </a:ext>
            </a:extLst>
          </p:cNvPr>
          <p:cNvSpPr/>
          <p:nvPr/>
        </p:nvSpPr>
        <p:spPr>
          <a:xfrm>
            <a:off x="417785" y="2853558"/>
            <a:ext cx="268014" cy="0"/>
          </a:xfrm>
          <a:custGeom>
            <a:avLst/>
            <a:gdLst>
              <a:gd name="connsiteX0" fmla="*/ 268014 w 268014"/>
              <a:gd name="connsiteY0" fmla="*/ 0 h 0"/>
              <a:gd name="connsiteX1" fmla="*/ 0 w 268014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68014">
                <a:moveTo>
                  <a:pt x="268014" y="0"/>
                </a:moveTo>
                <a:lnTo>
                  <a:pt x="0" y="0"/>
                </a:lnTo>
              </a:path>
            </a:pathLst>
          </a:cu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98164C0C-A9E4-4981-BCA0-B8B85E5512DC}"/>
              </a:ext>
            </a:extLst>
          </p:cNvPr>
          <p:cNvSpPr/>
          <p:nvPr/>
        </p:nvSpPr>
        <p:spPr>
          <a:xfrm>
            <a:off x="417785" y="1245475"/>
            <a:ext cx="268014" cy="0"/>
          </a:xfrm>
          <a:custGeom>
            <a:avLst/>
            <a:gdLst>
              <a:gd name="connsiteX0" fmla="*/ 268014 w 268014"/>
              <a:gd name="connsiteY0" fmla="*/ 0 h 0"/>
              <a:gd name="connsiteX1" fmla="*/ 0 w 268014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68014">
                <a:moveTo>
                  <a:pt x="268014" y="0"/>
                </a:moveTo>
                <a:lnTo>
                  <a:pt x="0" y="0"/>
                </a:lnTo>
              </a:path>
            </a:pathLst>
          </a:cu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5F37879-06B9-48F7-BB11-F41FC98C30B7}"/>
              </a:ext>
            </a:extLst>
          </p:cNvPr>
          <p:cNvSpPr/>
          <p:nvPr/>
        </p:nvSpPr>
        <p:spPr>
          <a:xfrm rot="16200000">
            <a:off x="-55788" y="1848761"/>
            <a:ext cx="1153896" cy="288147"/>
          </a:xfrm>
          <a:prstGeom prst="rect">
            <a:avLst/>
          </a:prstGeom>
          <a:solidFill>
            <a:schemeClr val="bg1"/>
          </a:solidFill>
        </p:spPr>
        <p:txBody>
          <a:bodyPr wrap="square" lIns="36000" tIns="36000" rIns="36000" bIns="3600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kumimoji="0" lang="en-IN" sz="1400" b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Cost in Rs Lakh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5A668B3C-9EA9-4B54-AE89-99169D336DF1}"/>
              </a:ext>
            </a:extLst>
          </p:cNvPr>
          <p:cNvSpPr/>
          <p:nvPr/>
        </p:nvSpPr>
        <p:spPr>
          <a:xfrm>
            <a:off x="5651938" y="1813034"/>
            <a:ext cx="0" cy="323194"/>
          </a:xfrm>
          <a:custGeom>
            <a:avLst/>
            <a:gdLst>
              <a:gd name="connsiteX0" fmla="*/ 0 w 0"/>
              <a:gd name="connsiteY0" fmla="*/ 0 h 323194"/>
              <a:gd name="connsiteX1" fmla="*/ 0 w 0"/>
              <a:gd name="connsiteY1" fmla="*/ 323194 h 323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323194">
                <a:moveTo>
                  <a:pt x="0" y="0"/>
                </a:moveTo>
                <a:lnTo>
                  <a:pt x="0" y="323194"/>
                </a:lnTo>
              </a:path>
            </a:pathLst>
          </a:cu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AC9D2B3F-AD16-4B5C-A294-84948C890F11}"/>
              </a:ext>
            </a:extLst>
          </p:cNvPr>
          <p:cNvSpPr txBox="1"/>
          <p:nvPr/>
        </p:nvSpPr>
        <p:spPr>
          <a:xfrm>
            <a:off x="5262766" y="3245049"/>
            <a:ext cx="50009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1600" b="1">
                <a:solidFill>
                  <a:srgbClr val="00B050"/>
                </a:solidFill>
                <a:cs typeface="Arial" panose="020B0604020202020204" pitchFamily="34" charset="0"/>
              </a:rPr>
              <a:t>-28</a:t>
            </a:r>
            <a:r>
              <a:rPr lang="en-IN" sz="1100" b="1">
                <a:solidFill>
                  <a:srgbClr val="00B050"/>
                </a:solidFill>
                <a:cs typeface="Arial" panose="020B0604020202020204" pitchFamily="34" charset="0"/>
              </a:rPr>
              <a:t>%</a:t>
            </a:r>
            <a:endParaRPr lang="en-IN" sz="1600" b="1">
              <a:solidFill>
                <a:srgbClr val="00B050"/>
              </a:solidFill>
              <a:cs typeface="Arial" panose="020B0604020202020204" pitchFamily="34" charset="0"/>
            </a:endParaRPr>
          </a:p>
        </p:txBody>
      </p:sp>
      <p:sp>
        <p:nvSpPr>
          <p:cNvPr id="104" name="Arrow: Down 103">
            <a:extLst>
              <a:ext uri="{FF2B5EF4-FFF2-40B4-BE49-F238E27FC236}">
                <a16:creationId xmlns:a16="http://schemas.microsoft.com/office/drawing/2014/main" id="{130EE508-CF59-4402-9C36-D521A80D3C48}"/>
              </a:ext>
            </a:extLst>
          </p:cNvPr>
          <p:cNvSpPr/>
          <p:nvPr/>
        </p:nvSpPr>
        <p:spPr>
          <a:xfrm>
            <a:off x="5518650" y="3169921"/>
            <a:ext cx="123421" cy="130595"/>
          </a:xfrm>
          <a:prstGeom prst="downArrow">
            <a:avLst/>
          </a:prstGeom>
          <a:solidFill>
            <a:srgbClr val="00B050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7FF3CF06-EF2B-41A0-90F7-6967B3664023}"/>
              </a:ext>
            </a:extLst>
          </p:cNvPr>
          <p:cNvSpPr/>
          <p:nvPr/>
        </p:nvSpPr>
        <p:spPr>
          <a:xfrm>
            <a:off x="4913327" y="3098326"/>
            <a:ext cx="572958" cy="230832"/>
          </a:xfrm>
          <a:prstGeom prst="rect">
            <a:avLst/>
          </a:prstGeom>
        </p:spPr>
        <p:txBody>
          <a:bodyPr wrap="square" r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kumimoji="0" lang="en-IN" sz="900" b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cs typeface="Arial" panose="020B0604020202020204" pitchFamily="34" charset="0"/>
              </a:rPr>
              <a:t>vs FY19</a:t>
            </a:r>
          </a:p>
        </p:txBody>
      </p:sp>
      <p:sp>
        <p:nvSpPr>
          <p:cNvPr id="106" name="Freeform: Shape 105">
            <a:extLst>
              <a:ext uri="{FF2B5EF4-FFF2-40B4-BE49-F238E27FC236}">
                <a16:creationId xmlns:a16="http://schemas.microsoft.com/office/drawing/2014/main" id="{A44949B7-E76B-48D3-BA20-157313ED3FD4}"/>
              </a:ext>
            </a:extLst>
          </p:cNvPr>
          <p:cNvSpPr/>
          <p:nvPr/>
        </p:nvSpPr>
        <p:spPr>
          <a:xfrm>
            <a:off x="5622100" y="3488265"/>
            <a:ext cx="45719" cy="165188"/>
          </a:xfrm>
          <a:custGeom>
            <a:avLst/>
            <a:gdLst>
              <a:gd name="connsiteX0" fmla="*/ 0 w 0"/>
              <a:gd name="connsiteY0" fmla="*/ 0 h 323194"/>
              <a:gd name="connsiteX1" fmla="*/ 0 w 0"/>
              <a:gd name="connsiteY1" fmla="*/ 323194 h 323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323194">
                <a:moveTo>
                  <a:pt x="0" y="0"/>
                </a:moveTo>
                <a:lnTo>
                  <a:pt x="0" y="323194"/>
                </a:lnTo>
              </a:path>
            </a:pathLst>
          </a:cu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B21E7F6F-5C0C-454D-B55B-253A123CF308}"/>
              </a:ext>
            </a:extLst>
          </p:cNvPr>
          <p:cNvSpPr txBox="1"/>
          <p:nvPr/>
        </p:nvSpPr>
        <p:spPr>
          <a:xfrm>
            <a:off x="8271826" y="3348812"/>
            <a:ext cx="2853682" cy="29795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>
            <a:noAutofit/>
          </a:bodyPr>
          <a:lstStyle/>
          <a:p>
            <a:pPr algn="ctr"/>
            <a:endParaRPr lang="en-IN" sz="1400"/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ADE72FA0-1D1B-46DB-AAA9-B590174CBF06}"/>
              </a:ext>
            </a:extLst>
          </p:cNvPr>
          <p:cNvSpPr/>
          <p:nvPr/>
        </p:nvSpPr>
        <p:spPr>
          <a:xfrm>
            <a:off x="7615003" y="3382588"/>
            <a:ext cx="4234722" cy="268231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gradFill>
              <a:gsLst>
                <a:gs pos="0">
                  <a:schemeClr val="tx2">
                    <a:lumMod val="20000"/>
                    <a:lumOff val="8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3" name="Freeform: Shape 122">
            <a:extLst>
              <a:ext uri="{FF2B5EF4-FFF2-40B4-BE49-F238E27FC236}">
                <a16:creationId xmlns:a16="http://schemas.microsoft.com/office/drawing/2014/main" id="{9322EE38-9AF2-4023-8064-A5314C9B1CE9}"/>
              </a:ext>
            </a:extLst>
          </p:cNvPr>
          <p:cNvSpPr/>
          <p:nvPr/>
        </p:nvSpPr>
        <p:spPr>
          <a:xfrm>
            <a:off x="9722338" y="4182347"/>
            <a:ext cx="65850" cy="1210268"/>
          </a:xfrm>
          <a:custGeom>
            <a:avLst/>
            <a:gdLst>
              <a:gd name="connsiteX0" fmla="*/ 0 w 0"/>
              <a:gd name="connsiteY0" fmla="*/ 0 h 650449"/>
              <a:gd name="connsiteX1" fmla="*/ 0 w 0"/>
              <a:gd name="connsiteY1" fmla="*/ 650449 h 65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650449">
                <a:moveTo>
                  <a:pt x="0" y="0"/>
                </a:moveTo>
                <a:lnTo>
                  <a:pt x="0" y="650449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9DF75B7F-BC0A-48B7-A926-B38799E16664}"/>
              </a:ext>
            </a:extLst>
          </p:cNvPr>
          <p:cNvSpPr txBox="1"/>
          <p:nvPr/>
        </p:nvSpPr>
        <p:spPr>
          <a:xfrm>
            <a:off x="9923855" y="4136854"/>
            <a:ext cx="1705438" cy="277888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>
              <a:lnSpc>
                <a:spcPts val="1500"/>
              </a:lnSpc>
            </a:pPr>
            <a:r>
              <a:rPr lang="en-IN" sz="1600" b="1" u="sng">
                <a:cs typeface="Arial" panose="020B0604020202020204" pitchFamily="34" charset="0"/>
              </a:rPr>
              <a:t>Vacancies : 9 nos </a:t>
            </a:r>
            <a:r>
              <a:rPr lang="en-IN" sz="1600" u="sng">
                <a:cs typeface="Arial" panose="020B0604020202020204" pitchFamily="34" charset="0"/>
              </a:rPr>
              <a:t> 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37D2087C-C976-461C-B3D5-424BB38E396E}"/>
              </a:ext>
            </a:extLst>
          </p:cNvPr>
          <p:cNvSpPr txBox="1"/>
          <p:nvPr/>
        </p:nvSpPr>
        <p:spPr>
          <a:xfrm>
            <a:off x="8686393" y="3348812"/>
            <a:ext cx="2028497" cy="307777"/>
          </a:xfrm>
          <a:prstGeom prst="rect">
            <a:avLst/>
          </a:prstGeom>
          <a:solidFill>
            <a:srgbClr val="E2E9F6"/>
          </a:solidFill>
        </p:spPr>
        <p:txBody>
          <a:bodyPr wrap="square">
            <a:spAutoFit/>
          </a:bodyPr>
          <a:lstStyle/>
          <a:p>
            <a:pPr algn="ctr"/>
            <a:r>
              <a:rPr lang="en-IN" sz="1400">
                <a:solidFill>
                  <a:schemeClr val="tx1"/>
                </a:solidFill>
                <a:cs typeface="Arial" panose="020B0604020202020204" pitchFamily="34" charset="0"/>
              </a:rPr>
              <a:t>FY25 </a:t>
            </a:r>
            <a:r>
              <a:rPr lang="en-IN" sz="1400" baseline="-25000">
                <a:solidFill>
                  <a:schemeClr val="tx1"/>
                </a:solidFill>
                <a:cs typeface="Arial" panose="020B0604020202020204" pitchFamily="34" charset="0"/>
              </a:rPr>
              <a:t>ytd Oct  </a:t>
            </a:r>
            <a:r>
              <a:rPr lang="en-IN" sz="1400">
                <a:solidFill>
                  <a:schemeClr val="tx1"/>
                </a:solidFill>
                <a:cs typeface="Arial" panose="020B0604020202020204" pitchFamily="34" charset="0"/>
              </a:rPr>
              <a:t>Summary </a:t>
            </a:r>
            <a:endParaRPr lang="en-IN" sz="140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763FDBCF-408E-45F9-8DD7-56AFFDA941C1}"/>
              </a:ext>
            </a:extLst>
          </p:cNvPr>
          <p:cNvSpPr txBox="1"/>
          <p:nvPr/>
        </p:nvSpPr>
        <p:spPr>
          <a:xfrm>
            <a:off x="8392161" y="3348812"/>
            <a:ext cx="2636012" cy="307777"/>
          </a:xfrm>
          <a:prstGeom prst="rect">
            <a:avLst/>
          </a:prstGeom>
          <a:solidFill>
            <a:srgbClr val="E2E9F6"/>
          </a:solidFill>
        </p:spPr>
        <p:txBody>
          <a:bodyPr wrap="square">
            <a:spAutoFit/>
          </a:bodyPr>
          <a:lstStyle/>
          <a:p>
            <a:pPr algn="ctr"/>
            <a:r>
              <a:rPr lang="en-IN" sz="1400">
                <a:solidFill>
                  <a:schemeClr val="tx1"/>
                </a:solidFill>
                <a:cs typeface="Arial" panose="020B0604020202020204" pitchFamily="34" charset="0"/>
              </a:rPr>
              <a:t>FY26 Projection </a:t>
            </a:r>
            <a:endParaRPr lang="en-IN" sz="1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77BC1C-30BE-B80B-5C66-6182B4CEE8BA}"/>
              </a:ext>
            </a:extLst>
          </p:cNvPr>
          <p:cNvSpPr txBox="1"/>
          <p:nvPr/>
        </p:nvSpPr>
        <p:spPr>
          <a:xfrm>
            <a:off x="7487138" y="6205693"/>
            <a:ext cx="442125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05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Data source : Staff cost as per Finance ledger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97880F-A0EF-7842-4E76-A44384497B8A}"/>
              </a:ext>
            </a:extLst>
          </p:cNvPr>
          <p:cNvSpPr txBox="1"/>
          <p:nvPr/>
        </p:nvSpPr>
        <p:spPr>
          <a:xfrm>
            <a:off x="9928860" y="4448646"/>
            <a:ext cx="1778581" cy="795978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>
              <a:spcAft>
                <a:spcPts val="300"/>
              </a:spcAft>
              <a:tabLst>
                <a:tab pos="1343025" algn="l"/>
              </a:tabLst>
            </a:pPr>
            <a:r>
              <a:rPr lang="en-IN" sz="1400">
                <a:cs typeface="Arial" panose="020B0604020202020204" pitchFamily="34" charset="0"/>
              </a:rPr>
              <a:t>Prepress	: 5</a:t>
            </a:r>
          </a:p>
          <a:p>
            <a:pPr>
              <a:spcAft>
                <a:spcPts val="300"/>
              </a:spcAft>
              <a:tabLst>
                <a:tab pos="1343025" algn="l"/>
              </a:tabLst>
            </a:pPr>
            <a:r>
              <a:rPr lang="en-IN" sz="1400">
                <a:cs typeface="Arial" panose="020B0604020202020204" pitchFamily="34" charset="0"/>
              </a:rPr>
              <a:t>Printing	: 3</a:t>
            </a:r>
          </a:p>
          <a:p>
            <a:pPr>
              <a:spcAft>
                <a:spcPts val="300"/>
              </a:spcAft>
              <a:tabLst>
                <a:tab pos="1343025" algn="l"/>
              </a:tabLst>
            </a:pPr>
            <a:r>
              <a:rPr lang="en-IN" sz="1400">
                <a:cs typeface="Arial" panose="020B0604020202020204" pitchFamily="34" charset="0"/>
              </a:rPr>
              <a:t>AI development 	: 1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2E4E1C87-2A80-48BF-9DDF-A5F48820ACC7}"/>
              </a:ext>
            </a:extLst>
          </p:cNvPr>
          <p:cNvSpPr txBox="1"/>
          <p:nvPr/>
        </p:nvSpPr>
        <p:spPr>
          <a:xfrm>
            <a:off x="1768199" y="6160723"/>
            <a:ext cx="3898770" cy="2539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1050" i="1">
                <a:solidFill>
                  <a:schemeClr val="tx1">
                    <a:lumMod val="65000"/>
                    <a:lumOff val="35000"/>
                  </a:schemeClr>
                </a:solidFill>
                <a:cs typeface="Arial"/>
              </a:rPr>
              <a:t>FY 25 Manpower nos as on Mar 25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12FFB705-76F6-4738-99F7-EE68291375FA}"/>
              </a:ext>
            </a:extLst>
          </p:cNvPr>
          <p:cNvSpPr txBox="1"/>
          <p:nvPr/>
        </p:nvSpPr>
        <p:spPr>
          <a:xfrm>
            <a:off x="7841354" y="4136854"/>
            <a:ext cx="1724677" cy="271091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>
              <a:lnSpc>
                <a:spcPts val="1500"/>
              </a:lnSpc>
            </a:pPr>
            <a:r>
              <a:rPr lang="en-IN" sz="1600" b="1" u="sng">
                <a:cs typeface="Arial" panose="020B0604020202020204" pitchFamily="34" charset="0"/>
              </a:rPr>
              <a:t>Exit : 9 nos</a:t>
            </a:r>
            <a:endParaRPr lang="en-IN" u="sng">
              <a:cs typeface="Arial" panose="020B0604020202020204" pitchFamily="34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CCBCF49-0599-4A1B-88AC-12ECF000E7D6}"/>
              </a:ext>
            </a:extLst>
          </p:cNvPr>
          <p:cNvSpPr txBox="1"/>
          <p:nvPr/>
        </p:nvSpPr>
        <p:spPr>
          <a:xfrm>
            <a:off x="7846360" y="4457977"/>
            <a:ext cx="1758748" cy="288147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>
              <a:spcAft>
                <a:spcPts val="300"/>
              </a:spcAft>
              <a:tabLst>
                <a:tab pos="895350" algn="l"/>
              </a:tabLst>
            </a:pPr>
            <a:r>
              <a:rPr lang="en-IN" sz="1400">
                <a:cs typeface="Arial" panose="020B0604020202020204" pitchFamily="34" charset="0"/>
              </a:rPr>
              <a:t>Retirement 	: 9</a:t>
            </a:r>
          </a:p>
        </p:txBody>
      </p:sp>
    </p:spTree>
    <p:extLst>
      <p:ext uri="{BB962C8B-B14F-4D97-AF65-F5344CB8AC3E}">
        <p14:creationId xmlns:p14="http://schemas.microsoft.com/office/powerpoint/2010/main" val="3538360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3D306-107D-FB98-634E-38A4361DD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BF42FAD-A3E4-6E67-3667-13EA251FCF80}"/>
              </a:ext>
            </a:extLst>
          </p:cNvPr>
          <p:cNvSpPr txBox="1"/>
          <p:nvPr/>
        </p:nvSpPr>
        <p:spPr>
          <a:xfrm>
            <a:off x="1443411" y="2239337"/>
            <a:ext cx="8569649" cy="3648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 b="1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7E0BC61-0061-FCC4-F63C-90FD477A9992}"/>
              </a:ext>
            </a:extLst>
          </p:cNvPr>
          <p:cNvSpPr/>
          <p:nvPr/>
        </p:nvSpPr>
        <p:spPr>
          <a:xfrm>
            <a:off x="1538485" y="2296428"/>
            <a:ext cx="8379501" cy="3447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6C9A767-A796-3421-E70D-B41E25A688D4}"/>
              </a:ext>
            </a:extLst>
          </p:cNvPr>
          <p:cNvGrpSpPr/>
          <p:nvPr/>
        </p:nvGrpSpPr>
        <p:grpSpPr>
          <a:xfrm>
            <a:off x="1580695" y="2338370"/>
            <a:ext cx="8295080" cy="1566640"/>
            <a:chOff x="170833" y="1313488"/>
            <a:chExt cx="11850333" cy="2238099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39E66F6-268F-0C7F-62CA-3D5CA2826B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0833" y="1313488"/>
              <a:ext cx="11850333" cy="2238099"/>
            </a:xfrm>
            <a:prstGeom prst="rect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</p:pic>
        <p:pic>
          <p:nvPicPr>
            <p:cNvPr id="11" name="Picture 10" descr="A qr code with black dots&#10;&#10;AI-generated content may be incorrect.">
              <a:extLst>
                <a:ext uri="{FF2B5EF4-FFF2-40B4-BE49-F238E27FC236}">
                  <a16:creationId xmlns:a16="http://schemas.microsoft.com/office/drawing/2014/main" id="{51905183-88C0-33B9-53DF-690A4C3C37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168" t="7422" r="6141" b="5643"/>
            <a:stretch/>
          </p:blipFill>
          <p:spPr>
            <a:xfrm>
              <a:off x="6328041" y="1935365"/>
              <a:ext cx="315692" cy="312970"/>
            </a:xfrm>
            <a:prstGeom prst="rect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E6DE878-2FB2-A916-C6B1-80B6BDD30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Tracking Newspaper Receipt through QR Code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984E14-D29E-BDE0-588A-622943449B02}"/>
              </a:ext>
            </a:extLst>
          </p:cNvPr>
          <p:cNvSpPr txBox="1"/>
          <p:nvPr/>
        </p:nvSpPr>
        <p:spPr>
          <a:xfrm>
            <a:off x="1572211" y="4398629"/>
            <a:ext cx="9561953" cy="131574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/>
              <a:t>QR Code to be introduced in TOI Mumbai and Delhi</a:t>
            </a:r>
            <a:endParaRPr lang="en-US">
              <a:ea typeface="Calibri"/>
              <a:cs typeface="Calibri"/>
            </a:endParaRP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/>
              <a:t>Acknowledgment from BCCL users and Outsiders to be tracked separately</a:t>
            </a:r>
            <a:endParaRPr lang="en-US">
              <a:ea typeface="Calibri"/>
              <a:cs typeface="Calibri"/>
            </a:endParaRP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/>
              <a:t>Brand team to decide on the landing page and message acknowledgment</a:t>
            </a:r>
            <a:endParaRPr lang="en-US">
              <a:ea typeface="Calibri"/>
              <a:cs typeface="Calibri"/>
            </a:endParaRP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/>
              <a:t>Approval to be taken on prototype (incorporating QR code) from COO &amp; CEO before </a:t>
            </a:r>
            <a:r>
              <a:rPr lang="en-IN"/>
              <a:t>roll out </a:t>
            </a:r>
            <a:endParaRPr lang="en-US" sz="1600" i="1"/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7911D6C1-DD78-1252-0CE7-B7A0AB26445F}"/>
              </a:ext>
            </a:extLst>
          </p:cNvPr>
          <p:cNvSpPr/>
          <p:nvPr/>
        </p:nvSpPr>
        <p:spPr>
          <a:xfrm>
            <a:off x="5589175" y="2457250"/>
            <a:ext cx="856458" cy="867880"/>
          </a:xfrm>
          <a:custGeom>
            <a:avLst/>
            <a:gdLst>
              <a:gd name="csX0" fmla="*/ 0 w 856458"/>
              <a:gd name="csY0" fmla="*/ 433940 h 867880"/>
              <a:gd name="csX1" fmla="*/ 428229 w 856458"/>
              <a:gd name="csY1" fmla="*/ 0 h 867880"/>
              <a:gd name="csX2" fmla="*/ 856458 w 856458"/>
              <a:gd name="csY2" fmla="*/ 433940 h 867880"/>
              <a:gd name="csX3" fmla="*/ 428229 w 856458"/>
              <a:gd name="csY3" fmla="*/ 867880 h 867880"/>
              <a:gd name="csX4" fmla="*/ 0 w 856458"/>
              <a:gd name="csY4" fmla="*/ 433940 h 8678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56458" h="867880" extrusionOk="0">
                <a:moveTo>
                  <a:pt x="0" y="433940"/>
                </a:moveTo>
                <a:cubicBezTo>
                  <a:pt x="-14861" y="185115"/>
                  <a:pt x="182710" y="3384"/>
                  <a:pt x="428229" y="0"/>
                </a:cubicBezTo>
                <a:cubicBezTo>
                  <a:pt x="683014" y="3848"/>
                  <a:pt x="814050" y="195630"/>
                  <a:pt x="856458" y="433940"/>
                </a:cubicBezTo>
                <a:cubicBezTo>
                  <a:pt x="834668" y="694877"/>
                  <a:pt x="659929" y="894433"/>
                  <a:pt x="428229" y="867880"/>
                </a:cubicBezTo>
                <a:cubicBezTo>
                  <a:pt x="151345" y="845787"/>
                  <a:pt x="19013" y="682683"/>
                  <a:pt x="0" y="433940"/>
                </a:cubicBezTo>
                <a:close/>
              </a:path>
            </a:pathLst>
          </a:custGeom>
          <a:noFill/>
          <a:ln w="15875">
            <a:solidFill>
              <a:srgbClr val="FF0000"/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1219033472">
                  <a:prstGeom prst="flowChartConnector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320F6F2-09BF-30FB-A9EB-175E817E219A}"/>
              </a:ext>
            </a:extLst>
          </p:cNvPr>
          <p:cNvSpPr/>
          <p:nvPr/>
        </p:nvSpPr>
        <p:spPr>
          <a:xfrm>
            <a:off x="980101" y="1403808"/>
            <a:ext cx="9496269" cy="0"/>
          </a:xfrm>
          <a:custGeom>
            <a:avLst/>
            <a:gdLst>
              <a:gd name="connsiteX0" fmla="*/ 0 w 9496269"/>
              <a:gd name="connsiteY0" fmla="*/ 0 h 0"/>
              <a:gd name="connsiteX1" fmla="*/ 9496269 w 9496269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496269">
                <a:moveTo>
                  <a:pt x="0" y="0"/>
                </a:moveTo>
                <a:lnTo>
                  <a:pt x="9496269" y="0"/>
                </a:lnTo>
              </a:path>
            </a:pathLst>
          </a:custGeom>
          <a:noFill/>
          <a:ln>
            <a:solidFill>
              <a:schemeClr val="bg2">
                <a:lumMod val="9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24D5BD-F84F-93C0-429E-3C25F214850B}"/>
              </a:ext>
            </a:extLst>
          </p:cNvPr>
          <p:cNvSpPr txBox="1"/>
          <p:nvPr/>
        </p:nvSpPr>
        <p:spPr>
          <a:xfrm>
            <a:off x="4213114" y="1411668"/>
            <a:ext cx="3030242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800" b="1"/>
              <a:t>QR Code for Delivery tracking</a:t>
            </a:r>
            <a:endParaRPr lang="en-IN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EAB5392-1921-40BA-A6E7-A7C537BBEC7B}"/>
              </a:ext>
            </a:extLst>
          </p:cNvPr>
          <p:cNvSpPr/>
          <p:nvPr/>
        </p:nvSpPr>
        <p:spPr>
          <a:xfrm>
            <a:off x="980101" y="4209530"/>
            <a:ext cx="9496269" cy="0"/>
          </a:xfrm>
          <a:custGeom>
            <a:avLst/>
            <a:gdLst>
              <a:gd name="connsiteX0" fmla="*/ 0 w 9496269"/>
              <a:gd name="connsiteY0" fmla="*/ 0 h 0"/>
              <a:gd name="connsiteX1" fmla="*/ 9496269 w 9496269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496269">
                <a:moveTo>
                  <a:pt x="0" y="0"/>
                </a:moveTo>
                <a:lnTo>
                  <a:pt x="9496269" y="0"/>
                </a:lnTo>
              </a:path>
            </a:pathLst>
          </a:custGeom>
          <a:noFill/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9B633AC-97F5-4CFE-83BD-F57EDC1AE7D7}"/>
              </a:ext>
            </a:extLst>
          </p:cNvPr>
          <p:cNvSpPr/>
          <p:nvPr/>
        </p:nvSpPr>
        <p:spPr>
          <a:xfrm>
            <a:off x="980101" y="5960177"/>
            <a:ext cx="9496269" cy="0"/>
          </a:xfrm>
          <a:custGeom>
            <a:avLst/>
            <a:gdLst>
              <a:gd name="connsiteX0" fmla="*/ 0 w 9496269"/>
              <a:gd name="connsiteY0" fmla="*/ 0 h 0"/>
              <a:gd name="connsiteX1" fmla="*/ 9496269 w 9496269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496269">
                <a:moveTo>
                  <a:pt x="0" y="0"/>
                </a:moveTo>
                <a:lnTo>
                  <a:pt x="9496269" y="0"/>
                </a:lnTo>
              </a:path>
            </a:pathLst>
          </a:custGeom>
          <a:noFill/>
          <a:ln>
            <a:solidFill>
              <a:schemeClr val="bg2">
                <a:lumMod val="9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215873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F3397F97F80F47844DA5EBAC9049C4" ma:contentTypeVersion="11" ma:contentTypeDescription="Create a new document." ma:contentTypeScope="" ma:versionID="2dc676e9a99c97a9a154fd5846e884ab">
  <xsd:schema xmlns:xsd="http://www.w3.org/2001/XMLSchema" xmlns:xs="http://www.w3.org/2001/XMLSchema" xmlns:p="http://schemas.microsoft.com/office/2006/metadata/properties" xmlns:ns3="cf1ebd6f-2f7c-473b-99a4-518f83ba3a56" xmlns:ns4="03a49325-b287-47ed-9a82-ac060263818a" targetNamespace="http://schemas.microsoft.com/office/2006/metadata/properties" ma:root="true" ma:fieldsID="123a59822dda584b6ac15a6319ed8306" ns3:_="" ns4:_="">
    <xsd:import namespace="cf1ebd6f-2f7c-473b-99a4-518f83ba3a56"/>
    <xsd:import namespace="03a49325-b287-47ed-9a82-ac060263818a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1ebd6f-2f7c-473b-99a4-518f83ba3a5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a49325-b287-47ed-9a82-ac06026381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description="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B56D4CF-FA5A-4DED-9028-C1F2D839B70C}">
  <ds:schemaRefs>
    <ds:schemaRef ds:uri="03a49325-b287-47ed-9a82-ac060263818a"/>
    <ds:schemaRef ds:uri="cf1ebd6f-2f7c-473b-99a4-518f83ba3a5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F7E70F4-62A9-4346-AF23-B03FF587806D}">
  <ds:schemaRefs>
    <ds:schemaRef ds:uri="03a49325-b287-47ed-9a82-ac060263818a"/>
    <ds:schemaRef ds:uri="cf1ebd6f-2f7c-473b-99a4-518f83ba3a5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4AD7FA6-A49B-4F7A-A49F-170BF67E718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1413</Words>
  <Application>Microsoft Macintosh PowerPoint</Application>
  <PresentationFormat>Widescreen</PresentationFormat>
  <Paragraphs>856</Paragraphs>
  <Slides>7</Slides>
  <Notes>3</Notes>
  <HiddenSlides>1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  <vt:variant>
        <vt:lpstr>Custom Shows</vt:lpstr>
      </vt:variant>
      <vt:variant>
        <vt:i4>8</vt:i4>
      </vt:variant>
    </vt:vector>
  </HeadingPairs>
  <TitlesOfParts>
    <vt:vector size="19" baseType="lpstr">
      <vt:lpstr>Aptos</vt:lpstr>
      <vt:lpstr>Arial</vt:lpstr>
      <vt:lpstr>Calibri</vt:lpstr>
      <vt:lpstr>1_Office Theme</vt:lpstr>
      <vt:lpstr>PowerPoint Presentation</vt:lpstr>
      <vt:lpstr>Production AFC : CY projection &amp;  FY26 proposal</vt:lpstr>
      <vt:lpstr>AFC FY26 Proposal : Plant and cost head wise</vt:lpstr>
      <vt:lpstr>CapEx Proposal : FY26</vt:lpstr>
      <vt:lpstr>CapEx &amp; Cash flow : FY25</vt:lpstr>
      <vt:lpstr>Manpower : FY25 &amp; FY26 projection</vt:lpstr>
      <vt:lpstr>Tracking Newspaper Receipt through QR Code </vt:lpstr>
      <vt:lpstr>Processor</vt:lpstr>
      <vt:lpstr>Log Service</vt:lpstr>
      <vt:lpstr>Storry</vt:lpstr>
      <vt:lpstr>IE</vt:lpstr>
      <vt:lpstr>Patent</vt:lpstr>
      <vt:lpstr>CtP</vt:lpstr>
      <vt:lpstr>Infra Mapping</vt:lpstr>
      <vt:lpstr>Tariff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Linson V V</dc:creator>
  <cp:lastModifiedBy>Aashish Chaubey</cp:lastModifiedBy>
  <cp:revision>2</cp:revision>
  <cp:lastPrinted>2025-03-07T12:54:36Z</cp:lastPrinted>
  <dcterms:created xsi:type="dcterms:W3CDTF">2021-06-25T02:51:53Z</dcterms:created>
  <dcterms:modified xsi:type="dcterms:W3CDTF">2026-01-17T22:28:56Z</dcterms:modified>
</cp:coreProperties>
</file>